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4" r:id="rId1"/>
  </p:sldMasterIdLst>
  <p:notesMasterIdLst>
    <p:notesMasterId r:id="rId18"/>
  </p:notesMasterIdLst>
  <p:sldIdLst>
    <p:sldId id="258" r:id="rId2"/>
    <p:sldId id="259" r:id="rId3"/>
    <p:sldId id="260" r:id="rId4"/>
    <p:sldId id="261" r:id="rId5"/>
    <p:sldId id="262" r:id="rId6"/>
    <p:sldId id="278" r:id="rId7"/>
    <p:sldId id="282" r:id="rId8"/>
    <p:sldId id="284" r:id="rId9"/>
    <p:sldId id="275" r:id="rId10"/>
    <p:sldId id="269" r:id="rId11"/>
    <p:sldId id="272" r:id="rId12"/>
    <p:sldId id="273" r:id="rId13"/>
    <p:sldId id="285" r:id="rId14"/>
    <p:sldId id="271" r:id="rId15"/>
    <p:sldId id="283" r:id="rId16"/>
    <p:sldId id="267" r:id="rId17"/>
  </p:sldIdLst>
  <p:sldSz cx="12192000" cy="6858000"/>
  <p:notesSz cx="7559675" cy="106918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예찬 정" initials="예정" lastIdx="1" clrIdx="0">
    <p:extLst>
      <p:ext uri="{19B8F6BF-5375-455C-9EA6-DF929625EA0E}">
        <p15:presenceInfo xmlns:p15="http://schemas.microsoft.com/office/powerpoint/2012/main" userId="31a6f3b59aba053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C000"/>
    <a:srgbClr val="FFD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93817" autoAdjust="0"/>
  </p:normalViewPr>
  <p:slideViewPr>
    <p:cSldViewPr snapToGrid="0">
      <p:cViewPr varScale="1">
        <p:scale>
          <a:sx n="63" d="100"/>
          <a:sy n="63" d="100"/>
        </p:scale>
        <p:origin x="80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1FCE513-6849-46B1-B949-30D2BD06069D}" type="doc">
      <dgm:prSet loTypeId="urn:microsoft.com/office/officeart/2008/layout/RadialCluster" loCatId="cycle" qsTypeId="urn:microsoft.com/office/officeart/2005/8/quickstyle/3d1" qsCatId="3D" csTypeId="urn:microsoft.com/office/officeart/2005/8/colors/accent3_1" csCatId="accent3" phldr="1"/>
      <dgm:spPr/>
      <dgm:t>
        <a:bodyPr/>
        <a:lstStyle/>
        <a:p>
          <a:pPr latinLnBrk="1"/>
          <a:endParaRPr lang="ko-KR" altLang="en-US"/>
        </a:p>
      </dgm:t>
    </dgm:pt>
    <dgm:pt modelId="{5384DA24-C399-498D-BB7F-1C2FCB8EBA94}">
      <dgm:prSet phldrT="[텍스트]" custT="1"/>
      <dgm:spPr/>
      <dgm:t>
        <a:bodyPr/>
        <a:lstStyle/>
        <a:p>
          <a:pPr latinLnBrk="1"/>
          <a:endParaRPr lang="ko-KR" altLang="en-US" sz="2800" b="1" dirty="0"/>
        </a:p>
      </dgm:t>
    </dgm:pt>
    <dgm:pt modelId="{1966D978-FBF6-4318-9088-D8FF2CBCA5DD}" type="parTrans" cxnId="{66ADE2BA-507C-4146-804B-65B9EA50EDD0}">
      <dgm:prSet/>
      <dgm:spPr/>
      <dgm:t>
        <a:bodyPr/>
        <a:lstStyle/>
        <a:p>
          <a:pPr latinLnBrk="1"/>
          <a:endParaRPr lang="ko-KR" altLang="en-US"/>
        </a:p>
      </dgm:t>
    </dgm:pt>
    <dgm:pt modelId="{592855F0-E1BF-4D63-B8DF-94418F97B394}" type="sibTrans" cxnId="{66ADE2BA-507C-4146-804B-65B9EA50EDD0}">
      <dgm:prSet/>
      <dgm:spPr/>
      <dgm:t>
        <a:bodyPr/>
        <a:lstStyle/>
        <a:p>
          <a:pPr latinLnBrk="1"/>
          <a:endParaRPr lang="ko-KR" altLang="en-US"/>
        </a:p>
      </dgm:t>
    </dgm:pt>
    <dgm:pt modelId="{DC993C5B-E6BC-410E-B3B4-1C38DBB48311}">
      <dgm:prSet phldrT="[텍스트]" phldr="0"/>
      <dgm:spPr/>
      <dgm:t>
        <a:bodyPr/>
        <a:lstStyle/>
        <a:p>
          <a:pPr latinLnBrk="1"/>
          <a:endParaRPr lang="ko-KR" altLang="en-US" b="1" dirty="0"/>
        </a:p>
      </dgm:t>
    </dgm:pt>
    <dgm:pt modelId="{4FC17B38-5684-4B35-88E1-3EA0968508AE}" type="parTrans" cxnId="{F283E9F2-A4D6-4637-99AA-7EDA8C2A1630}">
      <dgm:prSet/>
      <dgm:spPr/>
      <dgm:t>
        <a:bodyPr/>
        <a:lstStyle/>
        <a:p>
          <a:pPr latinLnBrk="1"/>
          <a:endParaRPr lang="ko-KR" altLang="en-US"/>
        </a:p>
      </dgm:t>
    </dgm:pt>
    <dgm:pt modelId="{136AB50D-3F14-4066-9ADE-3E0B37588C3C}" type="sibTrans" cxnId="{F283E9F2-A4D6-4637-99AA-7EDA8C2A1630}">
      <dgm:prSet/>
      <dgm:spPr/>
      <dgm:t>
        <a:bodyPr/>
        <a:lstStyle/>
        <a:p>
          <a:pPr latinLnBrk="1"/>
          <a:endParaRPr lang="ko-KR" altLang="en-US"/>
        </a:p>
      </dgm:t>
    </dgm:pt>
    <dgm:pt modelId="{BD4DD338-174D-48D6-B833-9E886B945C7A}">
      <dgm:prSet phldrT="[텍스트]"/>
      <dgm:spPr/>
      <dgm:t>
        <a:bodyPr/>
        <a:lstStyle/>
        <a:p>
          <a:pPr latinLnBrk="1"/>
          <a:endParaRPr lang="ko-KR" altLang="en-US" b="1" dirty="0"/>
        </a:p>
      </dgm:t>
    </dgm:pt>
    <dgm:pt modelId="{AF080C36-A051-4357-A504-3C544119A775}" type="parTrans" cxnId="{5C1C2E94-9B00-4C4D-AA1A-0B54C638C36D}">
      <dgm:prSet/>
      <dgm:spPr/>
      <dgm:t>
        <a:bodyPr/>
        <a:lstStyle/>
        <a:p>
          <a:pPr latinLnBrk="1"/>
          <a:endParaRPr lang="ko-KR" altLang="en-US"/>
        </a:p>
      </dgm:t>
    </dgm:pt>
    <dgm:pt modelId="{8EFDF35A-1203-4197-98A8-D78C13F4B0C7}" type="sibTrans" cxnId="{5C1C2E94-9B00-4C4D-AA1A-0B54C638C36D}">
      <dgm:prSet/>
      <dgm:spPr/>
      <dgm:t>
        <a:bodyPr/>
        <a:lstStyle/>
        <a:p>
          <a:pPr latinLnBrk="1"/>
          <a:endParaRPr lang="ko-KR" altLang="en-US"/>
        </a:p>
      </dgm:t>
    </dgm:pt>
    <dgm:pt modelId="{134EB5DD-C822-44B6-9B17-38CD23F2B47D}">
      <dgm:prSet phldrT="[텍스트]"/>
      <dgm:spPr/>
      <dgm:t>
        <a:bodyPr/>
        <a:lstStyle/>
        <a:p>
          <a:pPr latinLnBrk="1"/>
          <a:endParaRPr lang="ko-KR" altLang="en-US" b="1" dirty="0"/>
        </a:p>
      </dgm:t>
    </dgm:pt>
    <dgm:pt modelId="{1BF99B51-F6FD-4132-A4E4-777B66756A21}" type="parTrans" cxnId="{BD4F4114-D761-4D10-8890-F2D14E03C663}">
      <dgm:prSet/>
      <dgm:spPr/>
      <dgm:t>
        <a:bodyPr/>
        <a:lstStyle/>
        <a:p>
          <a:pPr latinLnBrk="1"/>
          <a:endParaRPr lang="ko-KR" altLang="en-US"/>
        </a:p>
      </dgm:t>
    </dgm:pt>
    <dgm:pt modelId="{A334850F-7267-4F52-B817-54E385A88145}" type="sibTrans" cxnId="{BD4F4114-D761-4D10-8890-F2D14E03C663}">
      <dgm:prSet/>
      <dgm:spPr/>
      <dgm:t>
        <a:bodyPr/>
        <a:lstStyle/>
        <a:p>
          <a:pPr latinLnBrk="1"/>
          <a:endParaRPr lang="ko-KR" altLang="en-US"/>
        </a:p>
      </dgm:t>
    </dgm:pt>
    <dgm:pt modelId="{8B9C07A9-BB43-4C6B-8C31-39E285C171BB}">
      <dgm:prSet/>
      <dgm:spPr/>
      <dgm:t>
        <a:bodyPr/>
        <a:lstStyle/>
        <a:p>
          <a:pPr latinLnBrk="1"/>
          <a:endParaRPr lang="ko-KR" altLang="en-US" b="1" dirty="0"/>
        </a:p>
      </dgm:t>
    </dgm:pt>
    <dgm:pt modelId="{4FB636CC-2BED-4660-8AD5-F3F070EA7D4C}" type="parTrans" cxnId="{B612292A-C781-4761-B84E-36EF2E2D6B7A}">
      <dgm:prSet/>
      <dgm:spPr/>
      <dgm:t>
        <a:bodyPr/>
        <a:lstStyle/>
        <a:p>
          <a:pPr latinLnBrk="1"/>
          <a:endParaRPr lang="ko-KR" altLang="en-US"/>
        </a:p>
      </dgm:t>
    </dgm:pt>
    <dgm:pt modelId="{C6F3C388-822B-43C5-973F-734C29887364}" type="sibTrans" cxnId="{B612292A-C781-4761-B84E-36EF2E2D6B7A}">
      <dgm:prSet/>
      <dgm:spPr/>
      <dgm:t>
        <a:bodyPr/>
        <a:lstStyle/>
        <a:p>
          <a:pPr latinLnBrk="1"/>
          <a:endParaRPr lang="ko-KR" altLang="en-US"/>
        </a:p>
      </dgm:t>
    </dgm:pt>
    <dgm:pt modelId="{030AD6C2-4FBD-4A14-819D-7B8E93E4BFF6}" type="pres">
      <dgm:prSet presAssocID="{A1FCE513-6849-46B1-B949-30D2BD06069D}" presName="Name0" presStyleCnt="0">
        <dgm:presLayoutVars>
          <dgm:chMax val="1"/>
          <dgm:chPref val="1"/>
          <dgm:dir/>
          <dgm:animOne val="branch"/>
          <dgm:animLvl val="lvl"/>
        </dgm:presLayoutVars>
      </dgm:prSet>
      <dgm:spPr/>
    </dgm:pt>
    <dgm:pt modelId="{C9A46E0A-804D-4228-8A2C-D16D170800EA}" type="pres">
      <dgm:prSet presAssocID="{5384DA24-C399-498D-BB7F-1C2FCB8EBA94}" presName="singleCycle" presStyleCnt="0"/>
      <dgm:spPr/>
    </dgm:pt>
    <dgm:pt modelId="{3BBFCCE1-D0A0-4CB0-8B9B-93EA11B5F3C9}" type="pres">
      <dgm:prSet presAssocID="{5384DA24-C399-498D-BB7F-1C2FCB8EBA94}" presName="singleCenter" presStyleLbl="node1" presStyleIdx="0" presStyleCnt="5">
        <dgm:presLayoutVars>
          <dgm:chMax val="7"/>
          <dgm:chPref val="7"/>
        </dgm:presLayoutVars>
      </dgm:prSet>
      <dgm:spPr/>
    </dgm:pt>
    <dgm:pt modelId="{22BEE816-FBE5-4373-B65E-B40C07DC66C7}" type="pres">
      <dgm:prSet presAssocID="{4FC17B38-5684-4B35-88E1-3EA0968508AE}" presName="Name56" presStyleLbl="parChTrans1D2" presStyleIdx="0" presStyleCnt="4"/>
      <dgm:spPr/>
    </dgm:pt>
    <dgm:pt modelId="{E827BC30-7939-4DFB-9FF3-80BE8C7C7FDA}" type="pres">
      <dgm:prSet presAssocID="{DC993C5B-E6BC-410E-B3B4-1C38DBB48311}" presName="text0" presStyleLbl="node1" presStyleIdx="1" presStyleCnt="5" custScaleX="186537" custScaleY="152696" custRadScaleRad="94279">
        <dgm:presLayoutVars>
          <dgm:bulletEnabled val="1"/>
        </dgm:presLayoutVars>
      </dgm:prSet>
      <dgm:spPr/>
    </dgm:pt>
    <dgm:pt modelId="{39F8E3BC-406B-451C-A7C5-BCAB5498002F}" type="pres">
      <dgm:prSet presAssocID="{AF080C36-A051-4357-A504-3C544119A775}" presName="Name56" presStyleLbl="parChTrans1D2" presStyleIdx="1" presStyleCnt="4"/>
      <dgm:spPr/>
    </dgm:pt>
    <dgm:pt modelId="{1C5A6DEA-AC96-436E-946E-FF58317605DA}" type="pres">
      <dgm:prSet presAssocID="{BD4DD338-174D-48D6-B833-9E886B945C7A}" presName="text0" presStyleLbl="node1" presStyleIdx="2" presStyleCnt="5" custScaleX="210602" custScaleY="210602" custRadScaleRad="125616">
        <dgm:presLayoutVars>
          <dgm:bulletEnabled val="1"/>
        </dgm:presLayoutVars>
      </dgm:prSet>
      <dgm:spPr/>
    </dgm:pt>
    <dgm:pt modelId="{E1BB7499-B777-4610-92BC-153E5F4F9396}" type="pres">
      <dgm:prSet presAssocID="{1BF99B51-F6FD-4132-A4E4-777B66756A21}" presName="Name56" presStyleLbl="parChTrans1D2" presStyleIdx="2" presStyleCnt="4"/>
      <dgm:spPr/>
    </dgm:pt>
    <dgm:pt modelId="{4DA289EF-B3FF-4317-A840-219C0A691260}" type="pres">
      <dgm:prSet presAssocID="{134EB5DD-C822-44B6-9B17-38CD23F2B47D}" presName="text0" presStyleLbl="node1" presStyleIdx="3" presStyleCnt="5" custScaleX="130404" custScaleY="130404" custRadScaleRad="78543">
        <dgm:presLayoutVars>
          <dgm:bulletEnabled val="1"/>
        </dgm:presLayoutVars>
      </dgm:prSet>
      <dgm:spPr/>
    </dgm:pt>
    <dgm:pt modelId="{84A8F49B-89DA-4484-825A-F75091E51118}" type="pres">
      <dgm:prSet presAssocID="{4FB636CC-2BED-4660-8AD5-F3F070EA7D4C}" presName="Name56" presStyleLbl="parChTrans1D2" presStyleIdx="3" presStyleCnt="4"/>
      <dgm:spPr/>
    </dgm:pt>
    <dgm:pt modelId="{43C77528-78B3-4D6F-A3B8-CAA7A5D1FA68}" type="pres">
      <dgm:prSet presAssocID="{8B9C07A9-BB43-4C6B-8C31-39E285C171BB}" presName="text0" presStyleLbl="node1" presStyleIdx="4" presStyleCnt="5" custScaleX="200283" custScaleY="200283" custRadScaleRad="121202" custRadScaleInc="79">
        <dgm:presLayoutVars>
          <dgm:bulletEnabled val="1"/>
        </dgm:presLayoutVars>
      </dgm:prSet>
      <dgm:spPr/>
    </dgm:pt>
  </dgm:ptLst>
  <dgm:cxnLst>
    <dgm:cxn modelId="{7F01560F-D4FE-4C13-9C44-D18FCD25E44D}" type="presOf" srcId="{BD4DD338-174D-48D6-B833-9E886B945C7A}" destId="{1C5A6DEA-AC96-436E-946E-FF58317605DA}" srcOrd="0" destOrd="0" presId="urn:microsoft.com/office/officeart/2008/layout/RadialCluster"/>
    <dgm:cxn modelId="{BD4F4114-D761-4D10-8890-F2D14E03C663}" srcId="{5384DA24-C399-498D-BB7F-1C2FCB8EBA94}" destId="{134EB5DD-C822-44B6-9B17-38CD23F2B47D}" srcOrd="2" destOrd="0" parTransId="{1BF99B51-F6FD-4132-A4E4-777B66756A21}" sibTransId="{A334850F-7267-4F52-B817-54E385A88145}"/>
    <dgm:cxn modelId="{B612292A-C781-4761-B84E-36EF2E2D6B7A}" srcId="{5384DA24-C399-498D-BB7F-1C2FCB8EBA94}" destId="{8B9C07A9-BB43-4C6B-8C31-39E285C171BB}" srcOrd="3" destOrd="0" parTransId="{4FB636CC-2BED-4660-8AD5-F3F070EA7D4C}" sibTransId="{C6F3C388-822B-43C5-973F-734C29887364}"/>
    <dgm:cxn modelId="{F15F0840-CC53-49D6-96A8-61777852DCCA}" type="presOf" srcId="{134EB5DD-C822-44B6-9B17-38CD23F2B47D}" destId="{4DA289EF-B3FF-4317-A840-219C0A691260}" srcOrd="0" destOrd="0" presId="urn:microsoft.com/office/officeart/2008/layout/RadialCluster"/>
    <dgm:cxn modelId="{97B93046-44E0-4B4E-ABD3-3EAF35A67C6F}" type="presOf" srcId="{DC993C5B-E6BC-410E-B3B4-1C38DBB48311}" destId="{E827BC30-7939-4DFB-9FF3-80BE8C7C7FDA}" srcOrd="0" destOrd="0" presId="urn:microsoft.com/office/officeart/2008/layout/RadialCluster"/>
    <dgm:cxn modelId="{008C0168-B937-4509-97F5-4A4E7C068D4F}" type="presOf" srcId="{A1FCE513-6849-46B1-B949-30D2BD06069D}" destId="{030AD6C2-4FBD-4A14-819D-7B8E93E4BFF6}" srcOrd="0" destOrd="0" presId="urn:microsoft.com/office/officeart/2008/layout/RadialCluster"/>
    <dgm:cxn modelId="{91E17648-23A6-4D64-8170-55A25E02549B}" type="presOf" srcId="{AF080C36-A051-4357-A504-3C544119A775}" destId="{39F8E3BC-406B-451C-A7C5-BCAB5498002F}" srcOrd="0" destOrd="0" presId="urn:microsoft.com/office/officeart/2008/layout/RadialCluster"/>
    <dgm:cxn modelId="{DBDEDE4F-915D-407C-8AD2-C3567C883164}" type="presOf" srcId="{8B9C07A9-BB43-4C6B-8C31-39E285C171BB}" destId="{43C77528-78B3-4D6F-A3B8-CAA7A5D1FA68}" srcOrd="0" destOrd="0" presId="urn:microsoft.com/office/officeart/2008/layout/RadialCluster"/>
    <dgm:cxn modelId="{11F7FA7A-EEB5-4EFE-A4C9-209A48BA7153}" type="presOf" srcId="{4FB636CC-2BED-4660-8AD5-F3F070EA7D4C}" destId="{84A8F49B-89DA-4484-825A-F75091E51118}" srcOrd="0" destOrd="0" presId="urn:microsoft.com/office/officeart/2008/layout/RadialCluster"/>
    <dgm:cxn modelId="{2CD68D8A-A288-43CF-9A54-25866B8063F6}" type="presOf" srcId="{4FC17B38-5684-4B35-88E1-3EA0968508AE}" destId="{22BEE816-FBE5-4373-B65E-B40C07DC66C7}" srcOrd="0" destOrd="0" presId="urn:microsoft.com/office/officeart/2008/layout/RadialCluster"/>
    <dgm:cxn modelId="{5C1C2E94-9B00-4C4D-AA1A-0B54C638C36D}" srcId="{5384DA24-C399-498D-BB7F-1C2FCB8EBA94}" destId="{BD4DD338-174D-48D6-B833-9E886B945C7A}" srcOrd="1" destOrd="0" parTransId="{AF080C36-A051-4357-A504-3C544119A775}" sibTransId="{8EFDF35A-1203-4197-98A8-D78C13F4B0C7}"/>
    <dgm:cxn modelId="{895EC5AF-29F1-4023-A107-EEC3DCF48A91}" type="presOf" srcId="{1BF99B51-F6FD-4132-A4E4-777B66756A21}" destId="{E1BB7499-B777-4610-92BC-153E5F4F9396}" srcOrd="0" destOrd="0" presId="urn:microsoft.com/office/officeart/2008/layout/RadialCluster"/>
    <dgm:cxn modelId="{66ADE2BA-507C-4146-804B-65B9EA50EDD0}" srcId="{A1FCE513-6849-46B1-B949-30D2BD06069D}" destId="{5384DA24-C399-498D-BB7F-1C2FCB8EBA94}" srcOrd="0" destOrd="0" parTransId="{1966D978-FBF6-4318-9088-D8FF2CBCA5DD}" sibTransId="{592855F0-E1BF-4D63-B8DF-94418F97B394}"/>
    <dgm:cxn modelId="{F283E9F2-A4D6-4637-99AA-7EDA8C2A1630}" srcId="{5384DA24-C399-498D-BB7F-1C2FCB8EBA94}" destId="{DC993C5B-E6BC-410E-B3B4-1C38DBB48311}" srcOrd="0" destOrd="0" parTransId="{4FC17B38-5684-4B35-88E1-3EA0968508AE}" sibTransId="{136AB50D-3F14-4066-9ADE-3E0B37588C3C}"/>
    <dgm:cxn modelId="{5A6B4CF6-935A-4D62-BC36-392A6B2D8FBA}" type="presOf" srcId="{5384DA24-C399-498D-BB7F-1C2FCB8EBA94}" destId="{3BBFCCE1-D0A0-4CB0-8B9B-93EA11B5F3C9}" srcOrd="0" destOrd="0" presId="urn:microsoft.com/office/officeart/2008/layout/RadialCluster"/>
    <dgm:cxn modelId="{4E51A524-88A2-4D16-9829-BA73C2CCBFEE}" type="presParOf" srcId="{030AD6C2-4FBD-4A14-819D-7B8E93E4BFF6}" destId="{C9A46E0A-804D-4228-8A2C-D16D170800EA}" srcOrd="0" destOrd="0" presId="urn:microsoft.com/office/officeart/2008/layout/RadialCluster"/>
    <dgm:cxn modelId="{CF421061-21AD-462A-8CFB-DD45BDEA48FF}" type="presParOf" srcId="{C9A46E0A-804D-4228-8A2C-D16D170800EA}" destId="{3BBFCCE1-D0A0-4CB0-8B9B-93EA11B5F3C9}" srcOrd="0" destOrd="0" presId="urn:microsoft.com/office/officeart/2008/layout/RadialCluster"/>
    <dgm:cxn modelId="{14BB46D0-8C95-4DB9-A62E-329DCE160C31}" type="presParOf" srcId="{C9A46E0A-804D-4228-8A2C-D16D170800EA}" destId="{22BEE816-FBE5-4373-B65E-B40C07DC66C7}" srcOrd="1" destOrd="0" presId="urn:microsoft.com/office/officeart/2008/layout/RadialCluster"/>
    <dgm:cxn modelId="{F0CB873A-C255-4D93-83A7-17C0EDAF1CF2}" type="presParOf" srcId="{C9A46E0A-804D-4228-8A2C-D16D170800EA}" destId="{E827BC30-7939-4DFB-9FF3-80BE8C7C7FDA}" srcOrd="2" destOrd="0" presId="urn:microsoft.com/office/officeart/2008/layout/RadialCluster"/>
    <dgm:cxn modelId="{203F5608-CFF4-4CAF-9BDF-9D28155F9BC2}" type="presParOf" srcId="{C9A46E0A-804D-4228-8A2C-D16D170800EA}" destId="{39F8E3BC-406B-451C-A7C5-BCAB5498002F}" srcOrd="3" destOrd="0" presId="urn:microsoft.com/office/officeart/2008/layout/RadialCluster"/>
    <dgm:cxn modelId="{1E81C2D1-A6D4-40C3-AEBF-5BC0E1C3150B}" type="presParOf" srcId="{C9A46E0A-804D-4228-8A2C-D16D170800EA}" destId="{1C5A6DEA-AC96-436E-946E-FF58317605DA}" srcOrd="4" destOrd="0" presId="urn:microsoft.com/office/officeart/2008/layout/RadialCluster"/>
    <dgm:cxn modelId="{65D17549-C207-463E-AD5C-F5AB1112B579}" type="presParOf" srcId="{C9A46E0A-804D-4228-8A2C-D16D170800EA}" destId="{E1BB7499-B777-4610-92BC-153E5F4F9396}" srcOrd="5" destOrd="0" presId="urn:microsoft.com/office/officeart/2008/layout/RadialCluster"/>
    <dgm:cxn modelId="{FAFECA17-CB4C-4B94-AC87-5EE2A067D2B0}" type="presParOf" srcId="{C9A46E0A-804D-4228-8A2C-D16D170800EA}" destId="{4DA289EF-B3FF-4317-A840-219C0A691260}" srcOrd="6" destOrd="0" presId="urn:microsoft.com/office/officeart/2008/layout/RadialCluster"/>
    <dgm:cxn modelId="{12F9959D-AA35-4E77-A5AF-D130C30C8E38}" type="presParOf" srcId="{C9A46E0A-804D-4228-8A2C-D16D170800EA}" destId="{84A8F49B-89DA-4484-825A-F75091E51118}" srcOrd="7" destOrd="0" presId="urn:microsoft.com/office/officeart/2008/layout/RadialCluster"/>
    <dgm:cxn modelId="{DE0C2ABC-07F7-4B5F-8F06-0C24EAC0CD02}" type="presParOf" srcId="{C9A46E0A-804D-4228-8A2C-D16D170800EA}" destId="{43C77528-78B3-4D6F-A3B8-CAA7A5D1FA68}" srcOrd="8" destOrd="0" presId="urn:microsoft.com/office/officeart/2008/layout/RadialCluster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136D291-2BF6-4640-AED5-4302E3B7E69E}" type="doc">
      <dgm:prSet loTypeId="urn:microsoft.com/office/officeart/2009/layout/CircleArrowProcess" loCatId="cycle" qsTypeId="urn:microsoft.com/office/officeart/2005/8/quickstyle/3d1" qsCatId="3D" csTypeId="urn:microsoft.com/office/officeart/2005/8/colors/colorful4" csCatId="colorful" phldr="1"/>
      <dgm:spPr/>
      <dgm:t>
        <a:bodyPr/>
        <a:lstStyle/>
        <a:p>
          <a:pPr latinLnBrk="1"/>
          <a:endParaRPr lang="ko-KR" altLang="en-US"/>
        </a:p>
      </dgm:t>
    </dgm:pt>
    <dgm:pt modelId="{75DC6653-C55F-4875-9B12-04DECFF14652}">
      <dgm:prSet phldrT="[텍스트]" custT="1"/>
      <dgm:spPr/>
      <dgm:t>
        <a:bodyPr/>
        <a:lstStyle/>
        <a:p>
          <a:pPr latinLnBrk="1"/>
          <a:r>
            <a:rPr lang="en-US" altLang="ko-KR" sz="1400" b="1" dirty="0"/>
            <a:t>QR </a:t>
          </a:r>
          <a:r>
            <a:rPr lang="ko-KR" altLang="en-US" sz="1400" b="1" dirty="0"/>
            <a:t>코드 스캔</a:t>
          </a:r>
        </a:p>
      </dgm:t>
    </dgm:pt>
    <dgm:pt modelId="{017D7B92-2BB7-468C-9F78-846A3663DD5D}" type="parTrans" cxnId="{AF82FC15-D540-4446-A116-264575C6541E}">
      <dgm:prSet/>
      <dgm:spPr/>
      <dgm:t>
        <a:bodyPr/>
        <a:lstStyle/>
        <a:p>
          <a:pPr latinLnBrk="1"/>
          <a:endParaRPr lang="ko-KR" altLang="en-US"/>
        </a:p>
      </dgm:t>
    </dgm:pt>
    <dgm:pt modelId="{49E92D2B-0D1C-42E6-A1B7-40017F65C4A3}" type="sibTrans" cxnId="{AF82FC15-D540-4446-A116-264575C6541E}">
      <dgm:prSet/>
      <dgm:spPr/>
      <dgm:t>
        <a:bodyPr/>
        <a:lstStyle/>
        <a:p>
          <a:pPr latinLnBrk="1"/>
          <a:endParaRPr lang="ko-KR" altLang="en-US"/>
        </a:p>
      </dgm:t>
    </dgm:pt>
    <dgm:pt modelId="{4F1F5CE2-45BF-4D57-BF5B-102F0B841C73}">
      <dgm:prSet phldrT="[텍스트]" custT="1"/>
      <dgm:spPr/>
      <dgm:t>
        <a:bodyPr/>
        <a:lstStyle/>
        <a:p>
          <a:pPr latinLnBrk="1"/>
          <a:r>
            <a:rPr lang="ko-KR" altLang="en-US" sz="1400" b="1" dirty="0"/>
            <a:t>정보 자동 </a:t>
          </a:r>
          <a:endParaRPr lang="en-US" altLang="ko-KR" sz="1400" b="1" dirty="0"/>
        </a:p>
        <a:p>
          <a:pPr latinLnBrk="1"/>
          <a:r>
            <a:rPr lang="ko-KR" altLang="en-US" sz="1400" b="1" dirty="0"/>
            <a:t>인식</a:t>
          </a:r>
        </a:p>
      </dgm:t>
    </dgm:pt>
    <dgm:pt modelId="{4BBFB1B2-4A23-4576-949A-17BB21F3AF5A}" type="parTrans" cxnId="{C4C4618C-2D55-414A-9717-3172719D3987}">
      <dgm:prSet/>
      <dgm:spPr/>
      <dgm:t>
        <a:bodyPr/>
        <a:lstStyle/>
        <a:p>
          <a:pPr latinLnBrk="1"/>
          <a:endParaRPr lang="ko-KR" altLang="en-US"/>
        </a:p>
      </dgm:t>
    </dgm:pt>
    <dgm:pt modelId="{4BE74963-21DB-49A0-B73C-0E1B9230923A}" type="sibTrans" cxnId="{C4C4618C-2D55-414A-9717-3172719D3987}">
      <dgm:prSet/>
      <dgm:spPr/>
      <dgm:t>
        <a:bodyPr/>
        <a:lstStyle/>
        <a:p>
          <a:pPr latinLnBrk="1"/>
          <a:endParaRPr lang="ko-KR" altLang="en-US"/>
        </a:p>
      </dgm:t>
    </dgm:pt>
    <dgm:pt modelId="{CCB2D5E8-08F6-43EC-9BAD-7D801F98751D}">
      <dgm:prSet phldrT="[텍스트]"/>
      <dgm:spPr/>
      <dgm:t>
        <a:bodyPr/>
        <a:lstStyle/>
        <a:p>
          <a:pPr latinLnBrk="1"/>
          <a:r>
            <a:rPr lang="ko-KR" altLang="en-US" b="1" dirty="0"/>
            <a:t>작업 명령 전달</a:t>
          </a:r>
          <a:endParaRPr lang="ko-KR" altLang="en-US" dirty="0"/>
        </a:p>
      </dgm:t>
    </dgm:pt>
    <dgm:pt modelId="{69CD02D9-046B-4BC4-B761-3BDE4494EA12}" type="parTrans" cxnId="{11BC276A-E09D-4B6F-9858-56CC1DAF4621}">
      <dgm:prSet/>
      <dgm:spPr/>
      <dgm:t>
        <a:bodyPr/>
        <a:lstStyle/>
        <a:p>
          <a:pPr latinLnBrk="1"/>
          <a:endParaRPr lang="ko-KR" altLang="en-US"/>
        </a:p>
      </dgm:t>
    </dgm:pt>
    <dgm:pt modelId="{E1E8D1D5-B52B-4BFC-AFDA-C999374D894A}" type="sibTrans" cxnId="{11BC276A-E09D-4B6F-9858-56CC1DAF4621}">
      <dgm:prSet/>
      <dgm:spPr/>
      <dgm:t>
        <a:bodyPr/>
        <a:lstStyle/>
        <a:p>
          <a:pPr latinLnBrk="1"/>
          <a:endParaRPr lang="ko-KR" altLang="en-US"/>
        </a:p>
      </dgm:t>
    </dgm:pt>
    <dgm:pt modelId="{3DA2C557-84FC-46DD-940A-3F7F63C75C45}" type="pres">
      <dgm:prSet presAssocID="{B136D291-2BF6-4640-AED5-4302E3B7E69E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42690CEA-8796-41C6-9B59-8EA62CFEE70E}" type="pres">
      <dgm:prSet presAssocID="{75DC6653-C55F-4875-9B12-04DECFF14652}" presName="Accent1" presStyleCnt="0"/>
      <dgm:spPr/>
    </dgm:pt>
    <dgm:pt modelId="{4C0B47A3-53B2-40B7-AD4F-A16C9E71C627}" type="pres">
      <dgm:prSet presAssocID="{75DC6653-C55F-4875-9B12-04DECFF14652}" presName="Accent" presStyleLbl="node1" presStyleIdx="0" presStyleCnt="3"/>
      <dgm:spPr/>
    </dgm:pt>
    <dgm:pt modelId="{067BF919-9EFB-467C-A228-47419DBAC208}" type="pres">
      <dgm:prSet presAssocID="{75DC6653-C55F-4875-9B12-04DECFF14652}" presName="Parent1" presStyleLbl="revTx" presStyleIdx="0" presStyleCnt="3">
        <dgm:presLayoutVars>
          <dgm:chMax val="1"/>
          <dgm:chPref val="1"/>
          <dgm:bulletEnabled val="1"/>
        </dgm:presLayoutVars>
      </dgm:prSet>
      <dgm:spPr/>
    </dgm:pt>
    <dgm:pt modelId="{984FA847-5B0E-429E-80E1-BEDA99D4A0BA}" type="pres">
      <dgm:prSet presAssocID="{4F1F5CE2-45BF-4D57-BF5B-102F0B841C73}" presName="Accent2" presStyleCnt="0"/>
      <dgm:spPr/>
    </dgm:pt>
    <dgm:pt modelId="{94A97CD3-6288-41C0-9FD6-A7724FD10AF9}" type="pres">
      <dgm:prSet presAssocID="{4F1F5CE2-45BF-4D57-BF5B-102F0B841C73}" presName="Accent" presStyleLbl="node1" presStyleIdx="1" presStyleCnt="3"/>
      <dgm:spPr/>
    </dgm:pt>
    <dgm:pt modelId="{3E7AAD88-1A9B-4790-A431-218AFA8AE1BE}" type="pres">
      <dgm:prSet presAssocID="{4F1F5CE2-45BF-4D57-BF5B-102F0B841C73}" presName="Parent2" presStyleLbl="revTx" presStyleIdx="1" presStyleCnt="3">
        <dgm:presLayoutVars>
          <dgm:chMax val="1"/>
          <dgm:chPref val="1"/>
          <dgm:bulletEnabled val="1"/>
        </dgm:presLayoutVars>
      </dgm:prSet>
      <dgm:spPr/>
    </dgm:pt>
    <dgm:pt modelId="{2AA946F3-1033-4558-BD23-02EBB653626A}" type="pres">
      <dgm:prSet presAssocID="{CCB2D5E8-08F6-43EC-9BAD-7D801F98751D}" presName="Accent3" presStyleCnt="0"/>
      <dgm:spPr/>
    </dgm:pt>
    <dgm:pt modelId="{0C1E2FC4-5A5B-4046-9456-C53F92AFF344}" type="pres">
      <dgm:prSet presAssocID="{CCB2D5E8-08F6-43EC-9BAD-7D801F98751D}" presName="Accent" presStyleLbl="node1" presStyleIdx="2" presStyleCnt="3"/>
      <dgm:spPr/>
    </dgm:pt>
    <dgm:pt modelId="{453858AF-9689-4146-A498-F696EA37B77F}" type="pres">
      <dgm:prSet presAssocID="{CCB2D5E8-08F6-43EC-9BAD-7D801F98751D}" presName="Parent3" presStyleLbl="revTx" presStyleIdx="2" presStyleCnt="3" custScaleX="86162">
        <dgm:presLayoutVars>
          <dgm:chMax val="1"/>
          <dgm:chPref val="1"/>
          <dgm:bulletEnabled val="1"/>
        </dgm:presLayoutVars>
      </dgm:prSet>
      <dgm:spPr/>
    </dgm:pt>
  </dgm:ptLst>
  <dgm:cxnLst>
    <dgm:cxn modelId="{FD967E05-0A4D-4384-8EEA-59B163B4C23B}" type="presOf" srcId="{B136D291-2BF6-4640-AED5-4302E3B7E69E}" destId="{3DA2C557-84FC-46DD-940A-3F7F63C75C45}" srcOrd="0" destOrd="0" presId="urn:microsoft.com/office/officeart/2009/layout/CircleArrowProcess"/>
    <dgm:cxn modelId="{AF82FC15-D540-4446-A116-264575C6541E}" srcId="{B136D291-2BF6-4640-AED5-4302E3B7E69E}" destId="{75DC6653-C55F-4875-9B12-04DECFF14652}" srcOrd="0" destOrd="0" parTransId="{017D7B92-2BB7-468C-9F78-846A3663DD5D}" sibTransId="{49E92D2B-0D1C-42E6-A1B7-40017F65C4A3}"/>
    <dgm:cxn modelId="{11BC276A-E09D-4B6F-9858-56CC1DAF4621}" srcId="{B136D291-2BF6-4640-AED5-4302E3B7E69E}" destId="{CCB2D5E8-08F6-43EC-9BAD-7D801F98751D}" srcOrd="2" destOrd="0" parTransId="{69CD02D9-046B-4BC4-B761-3BDE4494EA12}" sibTransId="{E1E8D1D5-B52B-4BFC-AFDA-C999374D894A}"/>
    <dgm:cxn modelId="{7A38AD82-EBFC-49DB-85D6-C19D5A7172B3}" type="presOf" srcId="{75DC6653-C55F-4875-9B12-04DECFF14652}" destId="{067BF919-9EFB-467C-A228-47419DBAC208}" srcOrd="0" destOrd="0" presId="urn:microsoft.com/office/officeart/2009/layout/CircleArrowProcess"/>
    <dgm:cxn modelId="{CE70DB86-4206-4A49-83AD-6D1058CB362D}" type="presOf" srcId="{CCB2D5E8-08F6-43EC-9BAD-7D801F98751D}" destId="{453858AF-9689-4146-A498-F696EA37B77F}" srcOrd="0" destOrd="0" presId="urn:microsoft.com/office/officeart/2009/layout/CircleArrowProcess"/>
    <dgm:cxn modelId="{C4C4618C-2D55-414A-9717-3172719D3987}" srcId="{B136D291-2BF6-4640-AED5-4302E3B7E69E}" destId="{4F1F5CE2-45BF-4D57-BF5B-102F0B841C73}" srcOrd="1" destOrd="0" parTransId="{4BBFB1B2-4A23-4576-949A-17BB21F3AF5A}" sibTransId="{4BE74963-21DB-49A0-B73C-0E1B9230923A}"/>
    <dgm:cxn modelId="{9306EDFC-FA50-425E-BA1D-0B090542E21A}" type="presOf" srcId="{4F1F5CE2-45BF-4D57-BF5B-102F0B841C73}" destId="{3E7AAD88-1A9B-4790-A431-218AFA8AE1BE}" srcOrd="0" destOrd="0" presId="urn:microsoft.com/office/officeart/2009/layout/CircleArrowProcess"/>
    <dgm:cxn modelId="{6D356D85-F6DC-450E-9E1C-F96E4A16A1B7}" type="presParOf" srcId="{3DA2C557-84FC-46DD-940A-3F7F63C75C45}" destId="{42690CEA-8796-41C6-9B59-8EA62CFEE70E}" srcOrd="0" destOrd="0" presId="urn:microsoft.com/office/officeart/2009/layout/CircleArrowProcess"/>
    <dgm:cxn modelId="{8AEB17D3-E0CE-462C-9A8F-0396977B11E0}" type="presParOf" srcId="{42690CEA-8796-41C6-9B59-8EA62CFEE70E}" destId="{4C0B47A3-53B2-40B7-AD4F-A16C9E71C627}" srcOrd="0" destOrd="0" presId="urn:microsoft.com/office/officeart/2009/layout/CircleArrowProcess"/>
    <dgm:cxn modelId="{143C17D3-62E8-4ECB-85A9-BAB8BAD51D70}" type="presParOf" srcId="{3DA2C557-84FC-46DD-940A-3F7F63C75C45}" destId="{067BF919-9EFB-467C-A228-47419DBAC208}" srcOrd="1" destOrd="0" presId="urn:microsoft.com/office/officeart/2009/layout/CircleArrowProcess"/>
    <dgm:cxn modelId="{291B62BB-DDAE-48E0-B951-859DD4CED4CC}" type="presParOf" srcId="{3DA2C557-84FC-46DD-940A-3F7F63C75C45}" destId="{984FA847-5B0E-429E-80E1-BEDA99D4A0BA}" srcOrd="2" destOrd="0" presId="urn:microsoft.com/office/officeart/2009/layout/CircleArrowProcess"/>
    <dgm:cxn modelId="{CA879890-0B17-4E13-B1DD-1935B97E77CD}" type="presParOf" srcId="{984FA847-5B0E-429E-80E1-BEDA99D4A0BA}" destId="{94A97CD3-6288-41C0-9FD6-A7724FD10AF9}" srcOrd="0" destOrd="0" presId="urn:microsoft.com/office/officeart/2009/layout/CircleArrowProcess"/>
    <dgm:cxn modelId="{1656C619-B558-4EF2-8DB7-4A2D3A5314DA}" type="presParOf" srcId="{3DA2C557-84FC-46DD-940A-3F7F63C75C45}" destId="{3E7AAD88-1A9B-4790-A431-218AFA8AE1BE}" srcOrd="3" destOrd="0" presId="urn:microsoft.com/office/officeart/2009/layout/CircleArrowProcess"/>
    <dgm:cxn modelId="{FFAB0C5E-2974-474F-BDED-1248A4F85994}" type="presParOf" srcId="{3DA2C557-84FC-46DD-940A-3F7F63C75C45}" destId="{2AA946F3-1033-4558-BD23-02EBB653626A}" srcOrd="4" destOrd="0" presId="urn:microsoft.com/office/officeart/2009/layout/CircleArrowProcess"/>
    <dgm:cxn modelId="{CA757CC7-99C9-42F1-B698-47952C5DC803}" type="presParOf" srcId="{2AA946F3-1033-4558-BD23-02EBB653626A}" destId="{0C1E2FC4-5A5B-4046-9456-C53F92AFF344}" srcOrd="0" destOrd="0" presId="urn:microsoft.com/office/officeart/2009/layout/CircleArrowProcess"/>
    <dgm:cxn modelId="{A3822490-FD76-4602-9770-168691D3FA09}" type="presParOf" srcId="{3DA2C557-84FC-46DD-940A-3F7F63C75C45}" destId="{453858AF-9689-4146-A498-F696EA37B77F}" srcOrd="5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BFCCE1-D0A0-4CB0-8B9B-93EA11B5F3C9}">
      <dsp:nvSpPr>
        <dsp:cNvPr id="0" name=""/>
        <dsp:cNvSpPr/>
      </dsp:nvSpPr>
      <dsp:spPr>
        <a:xfrm>
          <a:off x="3830911" y="1605214"/>
          <a:ext cx="1333228" cy="1333228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71120" tIns="71120" rIns="71120" bIns="71120" numCol="1" spcCol="1270" anchor="ctr" anchorCtr="0">
          <a:noAutofit/>
        </a:bodyPr>
        <a:lstStyle/>
        <a:p>
          <a:pPr marL="0" lvl="0" indent="0" algn="ctr" defTabSz="12446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2800" b="1" kern="1200" dirty="0"/>
        </a:p>
      </dsp:txBody>
      <dsp:txXfrm>
        <a:off x="3895994" y="1670297"/>
        <a:ext cx="1203062" cy="1203062"/>
      </dsp:txXfrm>
    </dsp:sp>
    <dsp:sp modelId="{22BEE816-FBE5-4373-B65E-B40C07DC66C7}">
      <dsp:nvSpPr>
        <dsp:cNvPr id="0" name=""/>
        <dsp:cNvSpPr/>
      </dsp:nvSpPr>
      <dsp:spPr>
        <a:xfrm rot="16200000">
          <a:off x="4335085" y="1442774"/>
          <a:ext cx="324881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324881" y="0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27BC30-7939-4DFB-9FF3-80BE8C7C7FDA}">
      <dsp:nvSpPr>
        <dsp:cNvPr id="0" name=""/>
        <dsp:cNvSpPr/>
      </dsp:nvSpPr>
      <dsp:spPr>
        <a:xfrm>
          <a:off x="3664392" y="-83643"/>
          <a:ext cx="1666266" cy="1363977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600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3600" b="1" kern="1200" dirty="0"/>
        </a:p>
      </dsp:txBody>
      <dsp:txXfrm>
        <a:off x="3730976" y="-17059"/>
        <a:ext cx="1533098" cy="1230809"/>
      </dsp:txXfrm>
    </dsp:sp>
    <dsp:sp modelId="{39F8E3BC-406B-451C-A7C5-BCAB5498002F}">
      <dsp:nvSpPr>
        <dsp:cNvPr id="0" name=""/>
        <dsp:cNvSpPr/>
      </dsp:nvSpPr>
      <dsp:spPr>
        <a:xfrm>
          <a:off x="5164140" y="2271829"/>
          <a:ext cx="622497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622497" y="0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C5A6DEA-AC96-436E-946E-FF58317605DA}">
      <dsp:nvSpPr>
        <dsp:cNvPr id="0" name=""/>
        <dsp:cNvSpPr/>
      </dsp:nvSpPr>
      <dsp:spPr>
        <a:xfrm>
          <a:off x="5786637" y="1331214"/>
          <a:ext cx="1881229" cy="1881229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600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3600" b="1" kern="1200" dirty="0"/>
        </a:p>
      </dsp:txBody>
      <dsp:txXfrm>
        <a:off x="5878471" y="1423048"/>
        <a:ext cx="1697561" cy="1697561"/>
      </dsp:txXfrm>
    </dsp:sp>
    <dsp:sp modelId="{E1BB7499-B777-4610-92BC-153E5F4F9396}">
      <dsp:nvSpPr>
        <dsp:cNvPr id="0" name=""/>
        <dsp:cNvSpPr/>
      </dsp:nvSpPr>
      <dsp:spPr>
        <a:xfrm rot="5400000">
          <a:off x="4424963" y="3011005"/>
          <a:ext cx="145125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145125" y="0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DA289EF-B3FF-4317-A840-219C0A691260}">
      <dsp:nvSpPr>
        <dsp:cNvPr id="0" name=""/>
        <dsp:cNvSpPr/>
      </dsp:nvSpPr>
      <dsp:spPr>
        <a:xfrm>
          <a:off x="3915100" y="3083568"/>
          <a:ext cx="1164850" cy="1164850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600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3600" b="1" kern="1200" dirty="0"/>
        </a:p>
      </dsp:txBody>
      <dsp:txXfrm>
        <a:off x="3971963" y="3140431"/>
        <a:ext cx="1051124" cy="1051124"/>
      </dsp:txXfrm>
    </dsp:sp>
    <dsp:sp modelId="{84A8F49B-89DA-4484-825A-F75091E51118}">
      <dsp:nvSpPr>
        <dsp:cNvPr id="0" name=""/>
        <dsp:cNvSpPr/>
      </dsp:nvSpPr>
      <dsp:spPr>
        <a:xfrm rot="10802133">
          <a:off x="3240676" y="2271232"/>
          <a:ext cx="590235" cy="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590235" y="0"/>
              </a:lnTo>
            </a:path>
          </a:pathLst>
        </a:custGeom>
        <a:noFill/>
        <a:ln w="25400" cap="flat" cmpd="sng" algn="ctr">
          <a:solidFill>
            <a:schemeClr val="accent3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/>
        </a:ln>
        <a:effectLst/>
        <a:scene3d>
          <a:camera prst="orthographicFront"/>
          <a:lightRig rig="flat" dir="t"/>
        </a:scene3d>
        <a:sp3d prstMaterial="matte"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C77528-78B3-4D6F-A3B8-CAA7A5D1FA68}">
      <dsp:nvSpPr>
        <dsp:cNvPr id="0" name=""/>
        <dsp:cNvSpPr/>
      </dsp:nvSpPr>
      <dsp:spPr>
        <a:xfrm>
          <a:off x="1451622" y="1375967"/>
          <a:ext cx="1789054" cy="1789054"/>
        </a:xfrm>
        <a:prstGeom prst="roundRect">
          <a:avLst/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lt1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6002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ko-KR" altLang="en-US" sz="3600" b="1" kern="1200" dirty="0"/>
        </a:p>
      </dsp:txBody>
      <dsp:txXfrm>
        <a:off x="1538956" y="1463301"/>
        <a:ext cx="1614386" cy="161438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0B47A3-53B2-40B7-AD4F-A16C9E71C627}">
      <dsp:nvSpPr>
        <dsp:cNvPr id="0" name=""/>
        <dsp:cNvSpPr/>
      </dsp:nvSpPr>
      <dsp:spPr>
        <a:xfrm>
          <a:off x="1212848" y="697884"/>
          <a:ext cx="2098933" cy="2099253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4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067BF919-9EFB-467C-A228-47419DBAC208}">
      <dsp:nvSpPr>
        <dsp:cNvPr id="0" name=""/>
        <dsp:cNvSpPr/>
      </dsp:nvSpPr>
      <dsp:spPr>
        <a:xfrm>
          <a:off x="1676782" y="1455778"/>
          <a:ext cx="1166337" cy="583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ko-KR" sz="1400" b="1" kern="1200" dirty="0"/>
            <a:t>QR </a:t>
          </a:r>
          <a:r>
            <a:rPr lang="ko-KR" altLang="en-US" sz="1400" b="1" kern="1200" dirty="0"/>
            <a:t>코드 스캔</a:t>
          </a:r>
        </a:p>
      </dsp:txBody>
      <dsp:txXfrm>
        <a:off x="1676782" y="1455778"/>
        <a:ext cx="1166337" cy="583029"/>
      </dsp:txXfrm>
    </dsp:sp>
    <dsp:sp modelId="{94A97CD3-6288-41C0-9FD6-A7724FD10AF9}">
      <dsp:nvSpPr>
        <dsp:cNvPr id="0" name=""/>
        <dsp:cNvSpPr/>
      </dsp:nvSpPr>
      <dsp:spPr>
        <a:xfrm>
          <a:off x="629877" y="1904060"/>
          <a:ext cx="2098933" cy="2099253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gradFill rotWithShape="0">
          <a:gsLst>
            <a:gs pos="0">
              <a:schemeClr val="accent4">
                <a:hueOff val="4900445"/>
                <a:satOff val="-20388"/>
                <a:lumOff val="4804"/>
                <a:alphaOff val="0"/>
                <a:shade val="51000"/>
                <a:satMod val="130000"/>
              </a:schemeClr>
            </a:gs>
            <a:gs pos="80000">
              <a:schemeClr val="accent4">
                <a:hueOff val="4900445"/>
                <a:satOff val="-20388"/>
                <a:lumOff val="4804"/>
                <a:alphaOff val="0"/>
                <a:shade val="93000"/>
                <a:satMod val="130000"/>
              </a:schemeClr>
            </a:gs>
            <a:gs pos="100000">
              <a:schemeClr val="accent4">
                <a:hueOff val="4900445"/>
                <a:satOff val="-20388"/>
                <a:lumOff val="4804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3E7AAD88-1A9B-4790-A431-218AFA8AE1BE}">
      <dsp:nvSpPr>
        <dsp:cNvPr id="0" name=""/>
        <dsp:cNvSpPr/>
      </dsp:nvSpPr>
      <dsp:spPr>
        <a:xfrm>
          <a:off x="1096175" y="2668932"/>
          <a:ext cx="1166337" cy="583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b="1" kern="1200" dirty="0"/>
            <a:t>정보 자동 </a:t>
          </a:r>
          <a:endParaRPr lang="en-US" altLang="ko-KR" sz="1400" b="1" kern="1200" dirty="0"/>
        </a:p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b="1" kern="1200" dirty="0"/>
            <a:t>인식</a:t>
          </a:r>
        </a:p>
      </dsp:txBody>
      <dsp:txXfrm>
        <a:off x="1096175" y="2668932"/>
        <a:ext cx="1166337" cy="583029"/>
      </dsp:txXfrm>
    </dsp:sp>
    <dsp:sp modelId="{0C1E2FC4-5A5B-4046-9456-C53F92AFF344}">
      <dsp:nvSpPr>
        <dsp:cNvPr id="0" name=""/>
        <dsp:cNvSpPr/>
      </dsp:nvSpPr>
      <dsp:spPr>
        <a:xfrm>
          <a:off x="1362237" y="3254577"/>
          <a:ext cx="1803309" cy="1804032"/>
        </a:xfrm>
        <a:prstGeom prst="blockArc">
          <a:avLst>
            <a:gd name="adj1" fmla="val 13500000"/>
            <a:gd name="adj2" fmla="val 10800000"/>
            <a:gd name="adj3" fmla="val 12740"/>
          </a:avLst>
        </a:prstGeom>
        <a:gradFill rotWithShape="0">
          <a:gsLst>
            <a:gs pos="0">
              <a:schemeClr val="accent4">
                <a:hueOff val="9800891"/>
                <a:satOff val="-40777"/>
                <a:lumOff val="9608"/>
                <a:alphaOff val="0"/>
                <a:shade val="51000"/>
                <a:satMod val="130000"/>
              </a:schemeClr>
            </a:gs>
            <a:gs pos="80000">
              <a:schemeClr val="accent4">
                <a:hueOff val="9800891"/>
                <a:satOff val="-40777"/>
                <a:lumOff val="9608"/>
                <a:alphaOff val="0"/>
                <a:shade val="93000"/>
                <a:satMod val="130000"/>
              </a:schemeClr>
            </a:gs>
            <a:gs pos="100000">
              <a:schemeClr val="accent4">
                <a:hueOff val="9800891"/>
                <a:satOff val="-40777"/>
                <a:lumOff val="9608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/>
          <a:lightRig rig="flat" dir="t"/>
        </a:scene3d>
        <a:sp3d prstMaterial="plastic">
          <a:bevelT w="120900" h="88900"/>
          <a:bevelB w="88900" h="31750" prst="angle"/>
        </a:sp3d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53858AF-9689-4146-A498-F696EA37B77F}">
      <dsp:nvSpPr>
        <dsp:cNvPr id="0" name=""/>
        <dsp:cNvSpPr/>
      </dsp:nvSpPr>
      <dsp:spPr>
        <a:xfrm>
          <a:off x="1760240" y="3883830"/>
          <a:ext cx="1004939" cy="58302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890" tIns="8890" rIns="8890" bIns="8890" numCol="1" spcCol="1270" anchor="ctr" anchorCtr="0">
          <a:noAutofit/>
        </a:bodyPr>
        <a:lstStyle/>
        <a:p>
          <a:pPr marL="0" lvl="0" indent="0" algn="ctr" defTabSz="622300" latinLnBrk="1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400" b="1" kern="1200" dirty="0"/>
            <a:t>작업 명령 전달</a:t>
          </a:r>
          <a:endParaRPr lang="ko-KR" altLang="en-US" sz="1400" kern="1200" dirty="0"/>
        </a:p>
      </dsp:txBody>
      <dsp:txXfrm>
        <a:off x="1760240" y="3883830"/>
        <a:ext cx="1004939" cy="5830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RadialCluster">
  <dgm:title val=""/>
  <dgm:desc val=""/>
  <dgm:catLst>
    <dgm:cat type="relationship" pri="19500"/>
    <dgm:cat type="cycle" pri="1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Name0">
    <dgm:varLst>
      <dgm:chMax val="1"/>
      <dgm:chPref val="1"/>
      <dgm:dir/>
      <dgm:animOne val="branch"/>
      <dgm:animLvl val="lvl"/>
    </dgm:varLst>
    <dgm:alg type="composite">
      <dgm:param type="ar" val="1.00"/>
    </dgm:alg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 ch" ptType="node node" cnt="1 0" func="cnt" op="equ" val="1">
            <dgm:constrLst>
              <dgm:constr type="l" for="ch" forName="textCenter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r" for="ch" forName="cycle_1" refType="w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5" axis="ch ch" ptType="node node" cnt="1 0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6" axis="ch ch" ptType="node node" cnt="1 0" func="cnt" op="equ" val="3">
            <dgm:choose name="Name7">
              <dgm:if name="Name8" axis="ch ch ch" ptType="node node node" st="1 2 0" cnt="1 1 0" func="cnt" op="equ" val="1">
                <dgm:choose name="Name9">
                  <dgm:if name="Name10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12">
                <dgm:choose name="Name13">
                  <dgm:if name="Name14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15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r" for="ch" forName="cycle_2" refType="w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l" for="ch" forName="cycle_3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16" axis="ch ch" ptType="node node" cnt="1 0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r" for="ch" forName="cycle_2" refType="w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l" for="ch" forName="cycle_4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17" axis="ch ch" ptType="node node" cnt="1 0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r" for="ch" forName="cycle_3" refType="w" fact="0.89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l" for="ch" forName="cycle_4" refType="w" fact="0.11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18" axis="ch ch" ptType="node node" cnt="1 0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r" for="ch" forName="cycle_2" refType="w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r" for="ch" forName="cycle_3" refType="w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l" for="ch" forName="cycle_5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l" for="ch" forName="cycle_6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19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r" for="ch" forName="cycle_2" refType="w" fact="0.938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r" for="ch" forName="cycle_3" refType="w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r" for="ch" forName="cycle_4" refType="w" fact="0.8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l" for="ch" forName="cycle_5" refType="w" fact="0.2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l" for="ch" forName="cycle_6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l" for="ch" forName="cycle_7" refType="w" fact="0.062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if>
      <dgm:else name="Name20">
        <dgm:choose name="Name21">
          <dgm:if name="Name22" axis="ch ch" ptType="node node" func="cnt" op="equ" val="1">
            <dgm:constrLst>
              <dgm:constr type="r" for="ch" forName="textCenter" refType="w"/>
              <dgm:constr type="ctrY" for="ch" forName="textCenter" refType="h" fact="0.5"/>
              <dgm:constr type="w" for="ch" forName="textCenter" refType="w" fact="0.32"/>
              <dgm:constr type="h" for="ch" forName="textCenter" refType="w" refFor="ch" refForName="textCenter"/>
              <dgm:constr type="l" for="ch" forName="cycle_1"/>
              <dgm:constr type="ctrY" for="ch" forName="cycle_1" refType="h" fact="0.5"/>
              <dgm:constr type="w" for="ch" forName="cycle_1" refType="w" fact="0.56"/>
              <dgm:constr type="h" for="ch" forName="cycle_1" refType="h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userS" for="des" ptType="node" refType="w" refFor="ch" refForName="textCenter" fact="0.67"/>
            </dgm:constrLst>
          </dgm:if>
          <dgm:if name="Name23" axis="ch ch" ptType="node node" func="cnt" op="equ" val="2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5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/>
              <dgm:constr type="h" for="ch" forName="cycle_1" refType="h" fact="0.34"/>
              <dgm:constr type="ctrX" for="ch" forName="cycle_2" refType="w" fact="0.5"/>
              <dgm:constr type="b" for="ch" forName="cycle_2" refType="h"/>
              <dgm:constr type="w" for="ch" forName="cycle_2" refType="w"/>
              <dgm:constr type="h" for="ch" forName="cycle_2" refType="h" fact="0.34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userS" for="des" ptType="node" refType="w" refFor="ch" refForName="textCenter" fact="0.67"/>
            </dgm:constrLst>
          </dgm:if>
          <dgm:if name="Name24" axis="ch ch" ptType="node node" func="cnt" op="equ" val="3">
            <dgm:choose name="Name25">
              <dgm:if name="Name26" axis="ch ch ch" ptType="node node node" st="1 2 0" cnt="1 1 0" func="cnt" op="equ" val="1">
                <dgm:choose name="Name27">
                  <dgm:if name="Name28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29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 fact="0.85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if>
              <dgm:else name="Name30">
                <dgm:choose name="Name31">
                  <dgm:if name="Name32" axis="ch ch ch" ptType="node node node" st="1 3 0" cnt="1 1 0" func="cnt" op="equ" val="1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 fact="0.85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if>
                  <dgm:else name="Name33">
                    <dgm:constrLst>
                      <dgm:constr type="ctrX" for="ch" forName="textCenter" refType="w" fact="0.5"/>
                      <dgm:constr type="t" for="ch" forName="textCenter" refType="h" fact="0.436"/>
                      <dgm:constr type="w" for="ch" forName="textCenter" refType="w" fact="0.21"/>
                      <dgm:constr type="h" for="ch" forName="textCenter" refType="w" refFor="ch" refForName="textCenter"/>
                      <dgm:constr type="ctrX" for="ch" forName="cycle_1" refType="w" fact="0.5"/>
                      <dgm:constr type="t" for="ch" forName="cycle_1"/>
                      <dgm:constr type="w" for="ch" forName="cycle_1" refType="w" fact="0.61"/>
                      <dgm:constr type="h" for="ch" forName="cycle_1" refType="h" fact="0.36"/>
                      <dgm:constr type="diam" for="ch" forName="cycle_1" refType="w" fact="0.5"/>
                      <dgm:constr type="l" for="ch" forName="cycle_2"/>
                      <dgm:constr type="b" for="ch" forName="cycle_2" refType="h"/>
                      <dgm:constr type="w" for="ch" forName="cycle_2" refType="w" fact="0.46"/>
                      <dgm:constr type="h" for="ch" forName="cycle_2" refType="h" fact="0.54"/>
                      <dgm:constr type="diam" for="ch" forName="cycle_2" refType="w" fact="0.5"/>
                      <dgm:constr type="r" for="ch" forName="cycle_3" refType="w"/>
                      <dgm:constr type="b" for="ch" forName="cycle_3" refType="h"/>
                      <dgm:constr type="w" for="ch" forName="cycle_3" refType="w" fact="0.46"/>
                      <dgm:constr type="h" for="ch" forName="cycle_3" refType="h" fact="0.54"/>
                      <dgm:constr type="diam" for="ch" forName="cycle_3" refType="w" fact="0.5"/>
                      <dgm:constr type="primFontSz" for="ch" forName="textCenter" val="65"/>
                      <dgm:constr type="primFontSz" for="des" forName="childCenter1" val="65"/>
                      <dgm:constr type="primFontSz" for="des" forName="text1" op="equ" val="65"/>
                      <dgm:constr type="primFontSz" for="des" forName="childCenter2" refType="primFontSz" refFor="des" refForName="childCenter1" op="equ"/>
                      <dgm:constr type="primFontSz" for="des" forName="text2" refType="primFontSz" refFor="des" refForName="text1" op="equ"/>
                      <dgm:constr type="primFontSz" for="des" forName="childCenter3" refType="primFontSz" refFor="des" refForName="childCenter1" op="equ"/>
                      <dgm:constr type="primFontSz" for="des" forName="text3" refType="primFontSz" refFor="des" refForName="text1" op="equ"/>
                      <dgm:constr type="userS" for="des" ptType="node" refType="w" refFor="ch" refForName="textCenter" fact="0.67"/>
                    </dgm:constrLst>
                  </dgm:else>
                </dgm:choose>
              </dgm:else>
            </dgm:choose>
          </dgm:if>
          <dgm:if name="Name34" axis="ch ch" ptType="node node" func="cnt" op="equ" val="4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5"/>
              <dgm:constr type="h" for="ch" forName="cycle_1" refType="h" fact="0.33"/>
              <dgm:constr type="l" for="ch" forName="cycle_2"/>
              <dgm:constr type="ctrY" for="ch" forName="cycle_2" refType="h" fact="0.5"/>
              <dgm:constr type="w" for="ch" forName="cycle_2" refType="w" fact="0.33"/>
              <dgm:constr type="h" for="ch" forName="cycle_2" refType="h" fact="0.5"/>
              <dgm:constr type="ctrX" for="ch" forName="cycle_3" refType="w" fact="0.5"/>
              <dgm:constr type="b" for="ch" forName="cycle_3" refType="h"/>
              <dgm:constr type="w" for="ch" forName="cycle_3" refType="w" fact="0.5"/>
              <dgm:constr type="h" for="ch" forName="cycle_3" refType="h" fact="0.33"/>
              <dgm:constr type="r" for="ch" forName="cycle_4" refType="w"/>
              <dgm:constr type="ctrY" for="ch" forName="cycle_4" refType="h" fact="0.5"/>
              <dgm:constr type="w" for="ch" forName="cycle_4" refType="w" fact="0.33"/>
              <dgm:constr type="h" for="ch" forName="cycle_4" refType="h" fact="0.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userS" for="des" ptType="node" refType="w" refFor="ch" refForName="textCenter" fact="0.67"/>
            </dgm:constrLst>
          </dgm:if>
          <dgm:if name="Name35" axis="ch ch" ptType="node node" func="cnt" op="equ" val="5">
            <dgm:constrLst>
              <dgm:constr type="ctrX" for="ch" forName="textCenter" refType="w" fact="0.5"/>
              <dgm:constr type="t" for="ch" forName="textCenter" refType="h" fact="0.42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24"/>
              <dgm:constr type="w" for="ch" forName="cycle_2" refType="w" fact="0.33"/>
              <dgm:constr type="h" for="ch" forName="cycle_2" refType="w" refFor="ch" refForName="cycle_2"/>
              <dgm:constr type="l" for="ch" forName="cycle_3" refType="w" fact="0.11"/>
              <dgm:constr type="b" for="ch" forName="cycle_3" refType="h"/>
              <dgm:constr type="w" for="ch" forName="cycle_3" refType="w" fact="0.33"/>
              <dgm:constr type="h" for="ch" forName="cycle_3" refType="w" refFor="ch" refForName="cycle_3"/>
              <dgm:constr type="r" for="ch" forName="cycle_4" refType="w" fact="0.89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t" for="ch" forName="cycle_5" refType="h" fact="0.24"/>
              <dgm:constr type="w" for="ch" forName="cycle_5" refType="w" fact="0.33"/>
              <dgm:constr type="h" for="ch" forName="cycle_5" refType="w" refFor="ch" refForName="cycle_5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userS" for="des" ptType="node" refType="w" refFor="ch" refForName="textCenter" fact="0.67"/>
            </dgm:constrLst>
          </dgm:if>
          <dgm:if name="Name36" axis="ch ch" ptType="node node" func="cnt" op="equ" val="6">
            <dgm:constrLst>
              <dgm:constr type="ctrX" for="ch" forName="textCenter" refType="w" fact="0.5"/>
              <dgm:constr type="ctrY" for="ch" forName="textCenter" refType="h" fact="0.5"/>
              <dgm:constr type="w" for="ch" forName="textCenter" refType="w" fact="0.2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33"/>
              <dgm:constr type="h" for="ch" forName="cycle_1" refType="w" refFor="ch" refForName="cycle_1"/>
              <dgm:constr type="l" for="ch" forName="cycle_2"/>
              <dgm:constr type="t" for="ch" forName="cycle_2" refType="h" fact="0.17"/>
              <dgm:constr type="w" for="ch" forName="cycle_2" refType="w" fact="0.33"/>
              <dgm:constr type="h" for="ch" forName="cycle_2" refType="w" refFor="ch" refForName="cycle_2"/>
              <dgm:constr type="l" for="ch" forName="cycle_3"/>
              <dgm:constr type="b" for="ch" forName="cycle_3" refType="h" fact="0.83"/>
              <dgm:constr type="w" for="ch" forName="cycle_3" refType="w" fact="0.33"/>
              <dgm:constr type="h" for="ch" forName="cycle_3" refType="w" refFor="ch" refForName="cycle_3"/>
              <dgm:constr type="ctrX" for="ch" forName="cycle_4" refType="w" fact="0.5"/>
              <dgm:constr type="b" for="ch" forName="cycle_4" refType="h"/>
              <dgm:constr type="w" for="ch" forName="cycle_4" refType="w" fact="0.33"/>
              <dgm:constr type="h" for="ch" forName="cycle_4" refType="w" refFor="ch" refForName="cycle_4"/>
              <dgm:constr type="r" for="ch" forName="cycle_5" refType="w"/>
              <dgm:constr type="b" for="ch" forName="cycle_5" refType="h" fact="0.83"/>
              <dgm:constr type="w" for="ch" forName="cycle_5" refType="w" fact="0.33"/>
              <dgm:constr type="h" for="ch" forName="cycle_5" refType="w" refFor="ch" refForName="cycle_5"/>
              <dgm:constr type="r" for="ch" forName="cycle_6" refType="w"/>
              <dgm:constr type="t" for="ch" forName="cycle_6" refType="h" fact="0.17"/>
              <dgm:constr type="w" for="ch" forName="cycle_6" refType="w" fact="0.33"/>
              <dgm:constr type="h" for="ch" forName="cycle_6" refType="w" refFor="ch" refForName="cycle_6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userS" for="des" ptType="node" refType="w" refFor="ch" refForName="textCenter" fact="0.67"/>
            </dgm:constrLst>
          </dgm:if>
          <dgm:else name="Name37">
            <dgm:constrLst>
              <dgm:constr type="ctrX" for="ch" forName="textCenter" refType="w" fact="0.5"/>
              <dgm:constr type="t" for="ch" forName="textCenter" refType="h" fact="0.444"/>
              <dgm:constr type="w" for="ch" forName="textCenter" refType="w" fact="0.167"/>
              <dgm:constr type="h" for="ch" forName="textCenter" refType="w" refFor="ch" refForName="textCenter"/>
              <dgm:constr type="ctrX" for="ch" forName="cycle_1" refType="w" fact="0.5"/>
              <dgm:constr type="t" for="ch" forName="cycle_1"/>
              <dgm:constr type="w" for="ch" forName="cycle_1" refType="w" fact="0.263"/>
              <dgm:constr type="h" for="ch" forName="cycle_1" refType="w" refFor="ch" refForName="cycle_1"/>
              <dgm:constr type="l" for="ch" forName="cycle_2" refType="w" fact="0.062"/>
              <dgm:constr type="t" for="ch" forName="cycle_2" refType="h" fact="0.141"/>
              <dgm:constr type="w" for="ch" forName="cycle_2" refType="w" fact="0.263"/>
              <dgm:constr type="h" for="ch" forName="cycle_2" refType="w" refFor="ch" refForName="cycle_2"/>
              <dgm:constr type="l" for="ch" forName="cycle_3"/>
              <dgm:constr type="b" for="ch" forName="cycle_3" refType="h" fact="0.74"/>
              <dgm:constr type="w" for="ch" forName="cycle_3" refType="w" fact="0.263"/>
              <dgm:constr type="h" for="ch" forName="cycle_3" refType="w" refFor="ch" refForName="cycle_3"/>
              <dgm:constr type="l" for="ch" forName="cycle_4" refType="w" fact="0.2"/>
              <dgm:constr type="b" for="ch" forName="cycle_4" refType="h"/>
              <dgm:constr type="w" for="ch" forName="cycle_4" refType="w" fact="0.263"/>
              <dgm:constr type="h" for="ch" forName="cycle_4" refType="w" refFor="ch" refForName="cycle_4"/>
              <dgm:constr type="r" for="ch" forName="cycle_5" refType="w" fact="0.8"/>
              <dgm:constr type="b" for="ch" forName="cycle_5" refType="h"/>
              <dgm:constr type="w" for="ch" forName="cycle_5" refType="w" fact="0.263"/>
              <dgm:constr type="h" for="ch" forName="cycle_5" refType="w" refFor="ch" refForName="cycle_5"/>
              <dgm:constr type="r" for="ch" forName="cycle_6" refType="w"/>
              <dgm:constr type="b" for="ch" forName="cycle_6" refType="h" fact="0.74"/>
              <dgm:constr type="w" for="ch" forName="cycle_6" refType="w" fact="0.263"/>
              <dgm:constr type="h" for="ch" forName="cycle_6" refType="w" refFor="ch" refForName="cycle_6"/>
              <dgm:constr type="r" for="ch" forName="cycle_7" refType="w" fact="0.938"/>
              <dgm:constr type="t" for="ch" forName="cycle_7" refType="h" fact="0.141"/>
              <dgm:constr type="w" for="ch" forName="cycle_7" refType="w" fact="0.263"/>
              <dgm:constr type="h" for="ch" forName="cycle_7" refType="w" refFor="ch" refForName="cycle_7"/>
              <dgm:constr type="primFontSz" for="ch" forName="textCenter" val="65"/>
              <dgm:constr type="primFontSz" for="des" forName="childCenter1" val="65"/>
              <dgm:constr type="primFontSz" for="des" forName="text1" op="equ" val="65"/>
              <dgm:constr type="primFontSz" for="des" forName="childCenter2" refType="primFontSz" refFor="des" refForName="childCenter1" op="equ"/>
              <dgm:constr type="primFontSz" for="des" forName="text2" refType="primFontSz" refFor="des" refForName="text1" op="equ"/>
              <dgm:constr type="primFontSz" for="des" forName="childCenter3" refType="primFontSz" refFor="des" refForName="childCenter1" op="equ"/>
              <dgm:constr type="primFontSz" for="des" forName="text3" refType="primFontSz" refFor="des" refForName="text1" op="equ"/>
              <dgm:constr type="primFontSz" for="des" forName="childCenter4" refType="primFontSz" refFor="des" refForName="childCenter1" op="equ"/>
              <dgm:constr type="primFontSz" for="des" forName="text4" refType="primFontSz" refFor="des" refForName="text1" op="equ"/>
              <dgm:constr type="primFontSz" for="des" forName="childCenter5" refType="primFontSz" refFor="des" refForName="childCenter1" op="equ"/>
              <dgm:constr type="primFontSz" for="des" forName="text5" refType="primFontSz" refFor="des" refForName="text1" op="equ"/>
              <dgm:constr type="primFontSz" for="des" forName="childCenter6" refType="primFontSz" refFor="des" refForName="childCenter1" op="equ"/>
              <dgm:constr type="primFontSz" for="des" forName="text6" refType="primFontSz" refFor="des" refForName="text1" op="equ"/>
              <dgm:constr type="primFontSz" for="des" forName="childCenter7" refType="primFontSz" refFor="des" refForName="childCenter1" op="equ"/>
              <dgm:constr type="primFontSz" for="des" forName="text7" refType="primFontSz" refFor="des" refForName="text1" op="equ"/>
              <dgm:constr type="userS" for="des" ptType="node" refType="w" refFor="ch" refForName="textCenter" fact="0.67"/>
            </dgm:constrLst>
          </dgm:else>
        </dgm:choose>
      </dgm:else>
    </dgm:choose>
    <dgm:forEach name="Name38" axis="ch" ptType="node" cnt="1">
      <dgm:choose name="Name39">
        <dgm:if name="Name40" axis="des" func="maxDepth" op="lte" val="1">
          <dgm:layoutNode name="singleCycle">
            <dgm:choose name="Name41">
              <dgm:if name="Name42" axis="ch" ptType="node" func="cnt" op="equ" val="1">
                <dgm:choose name="Name43">
                  <dgm:if name="Name44" func="var" arg="dir" op="equ" val="norm">
                    <dgm:alg type="cycle">
                      <dgm:param type="stAng" val="90"/>
                      <dgm:param type="ctrShpMap" val="fNode"/>
                    </dgm:alg>
                  </dgm:if>
                  <dgm:else name="Name45">
                    <dgm:alg type="cycle">
                      <dgm:param type="stAng" val="-90"/>
                      <dgm:param type="spanAng" val="-360"/>
                      <dgm:param type="ctrShpMap" val="fNode"/>
                    </dgm:alg>
                  </dgm:else>
                </dgm:choose>
              </dgm:if>
              <dgm:else name="Name46">
                <dgm:choose name="Name47">
                  <dgm:if name="Name48" func="var" arg="dir" op="equ" val="norm">
                    <dgm:alg type="cycle">
                      <dgm:param type="ctrShpMap" val="fNode"/>
                    </dgm:alg>
                  </dgm:if>
                  <dgm:else name="Name49">
                    <dgm:alg type="cycle">
                      <dgm:param type="spanAng" val="-360"/>
                      <dgm:param type="ctrShpMap" val="fNode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hoose name="Name50">
              <dgm:if name="Name51" axis="ch" ptType="node" func="cnt" op="equ" val="0">
                <dgm:constrLst>
                  <dgm:constr type="w" for="ch" forName="singleCenter" refType="w"/>
                  <dgm:constr type="h" for="ch" forName="singleCenter" refType="w" refFor="ch" refForName="singleCenter"/>
                </dgm:constrLst>
              </dgm:if>
              <dgm:if name="Name52" axis="ch" ptType="node" func="cnt" op="equ" val="1">
                <dgm:constrLst>
                  <dgm:constr type="w" for="ch" forName="singleCenter" refType="w" fact="0.5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if>
              <dgm:else name="Name53">
                <dgm:constrLst>
                  <dgm:constr type="w" for="ch" forName="singleCenter" refType="w" fact="0.3"/>
                  <dgm:constr type="h" for="ch" forName="singleCenter" refType="w" refFor="ch" refForName="singleCenter"/>
                  <dgm:constr type="userS" for="ch" ptType="node" refType="w" refFor="ch" refForName="singleCenter" fact="0.67"/>
                </dgm:constrLst>
              </dgm:else>
            </dgm:choose>
            <dgm:layoutNode name="singleCenter" styleLbl="node1">
              <dgm:varLst>
                <dgm:chMax val="7"/>
                <dgm:chPref val="7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self" ptType="node"/>
              <dgm:constrLst>
                <dgm:constr type="tMarg" refType="primFontSz" fact="0.2"/>
                <dgm:constr type="bMarg" refType="primFontSz" fact="0.2"/>
                <dgm:constr type="lMarg" refType="primFontSz" fact="0.2"/>
                <dgm:constr type="rMarg" refType="primFontSz" fact="0.2"/>
              </dgm:constrLst>
              <dgm:ruleLst>
                <dgm:rule type="primFontSz" val="5" fact="NaN" max="NaN"/>
              </dgm:ruleLst>
            </dgm:layoutNode>
            <dgm:forEach name="Name54" axis="ch" cnt="21">
              <dgm:forEach name="Name55" axis="self" ptType="parTrans">
                <dgm:layoutNode name="Name56">
                  <dgm:alg type="conn">
                    <dgm:param type="dim" val="1D"/>
                    <dgm:param type="begPts" val="auto"/>
                    <dgm:param type="endPts" val="auto"/>
                    <dgm:param type="begSty" val="noArr"/>
                    <dgm:param type="endSty" val="noArr"/>
                  </dgm:alg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</dgm:layoutNode>
              </dgm:forEach>
              <dgm:forEach name="Name57" axis="self" ptType="node">
                <dgm:layoutNode name="text0" styleLbl="node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/>
                  </dgm:shape>
                  <dgm:presOf axis="desOrSelf" ptType="node"/>
                  <dgm:constrLst>
                    <dgm:constr type="userS"/>
                    <dgm:constr type="w" refType="userS"/>
                    <dgm:constr type="h" refType="w"/>
                    <dgm:constr type="tMarg" refType="primFontSz" fact="0.2"/>
                    <dgm:constr type="bMarg" refType="primFontSz" fact="0.2"/>
                    <dgm:constr type="lMarg" refType="primFontSz" fact="0.2"/>
                    <dgm:constr type="rMarg" refType="primFontSz" fact="0.2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if>
        <dgm:else name="Name58">
          <dgm:layoutNode name="textCenter" styleLbl="node1">
            <dgm:alg type="tx"/>
            <dgm:shape xmlns:r="http://schemas.openxmlformats.org/officeDocument/2006/relationships" type="roundRect" r:blip="">
              <dgm:adjLst/>
            </dgm:shape>
            <dgm:presOf axis="self" ptType="node"/>
            <dgm:constrLst>
              <dgm:constr type="tMarg" refType="primFontSz" fact="0.2"/>
              <dgm:constr type="bMarg" refType="primFontSz" fact="0.2"/>
              <dgm:constr type="lMarg" refType="primFontSz" fact="0.2"/>
              <dgm:constr type="rMarg" refType="primFontSz" fact="0.2"/>
            </dgm:constrLst>
            <dgm:ruleLst>
              <dgm:rule type="primFontSz" val="5" fact="NaN" max="NaN"/>
            </dgm:ruleLst>
          </dgm:layoutNode>
          <dgm:choose name="Name59">
            <dgm:if name="Name60" axis="ch" ptType="node" func="cnt" op="gte" val="1">
              <dgm:layoutNode name="cycle_1">
                <dgm:choose name="Name61">
                  <dgm:if name="Name62" func="var" arg="dir" op="equ" val="norm">
                    <dgm:choose name="Name63">
                      <dgm:if name="Name64" axis="ch" ptType="node" func="cnt" op="equ" val="1">
                        <dgm:choose name="Name65">
                          <dgm:if name="Name66" axis="ch ch" ptType="node node" st="1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67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68">
                            <dgm:alg type="cycle">
                              <dgm:param type="ctrShpMap" val="fNode"/>
                              <dgm:param type="stAng" val="0"/>
                              <dgm:param type="spanAng" val="180"/>
                            </dgm:alg>
                          </dgm:else>
                        </dgm:choose>
                      </dgm:if>
                      <dgm:if name="Name69" axis="ch" ptType="node" func="cnt" op="equ" val="2">
                        <dgm:choose name="Name70">
                          <dgm:if name="Name7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3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4" axis="ch" ptType="node" func="cnt" op="equ" val="3">
                        <dgm:choose name="Name75">
                          <dgm:if name="Name7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7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78">
                            <dgm:alg type="cycle">
                              <dgm:param type="ctrShpMap" val="fNode"/>
                              <dgm:param type="stAng" val="270"/>
                              <dgm:param type="spanAng" val="180"/>
                            </dgm:alg>
                          </dgm:else>
                        </dgm:choose>
                      </dgm:if>
                      <dgm:if name="Name79" axis="ch" ptType="node" func="cnt" op="equ" val="4">
                        <dgm:choose name="Name80">
                          <dgm:if name="Name8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3">
                            <dgm:alg type="cycle">
                              <dgm:param type="ctrShpMap" val="fNode"/>
                              <dgm:param type="stAng" val="292.5"/>
                              <dgm:param type="spanAng" val="135"/>
                            </dgm:alg>
                          </dgm:else>
                        </dgm:choose>
                      </dgm:if>
                      <dgm:if name="Name84" axis="ch" ptType="node" func="cnt" op="equ" val="5">
                        <dgm:choose name="Name85">
                          <dgm:if name="Name8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8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8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89" axis="ch" ptType="node" func="cnt" op="equ" val="6">
                        <dgm:choose name="Name90">
                          <dgm:if name="Name91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2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94" axis="ch" ptType="node" func="cnt" op="gte" val="7">
                        <dgm:choose name="Name95">
                          <dgm:if name="Name96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97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90"/>
                            </dgm:alg>
                          </dgm:if>
                          <dgm:else name="Name9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99"/>
                    </dgm:choose>
                  </dgm:if>
                  <dgm:else name="Name100">
                    <dgm:choose name="Name101">
                      <dgm:if name="Name102" axis="ch" ptType="node" func="cnt" op="equ" val="1">
                        <dgm:choose name="Name103">
                          <dgm:if name="Name104" axis="ch ch" ptType="node node" st="1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05" axis="ch ch" ptType="node node" st="1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06">
                            <dgm:alg type="cycle">
                              <dgm:param type="ctrShpMap" val="fNode"/>
                              <dgm:param type="stAng" val="0"/>
                              <dgm:param type="spanAng" val="-180"/>
                            </dgm:alg>
                          </dgm:else>
                        </dgm:choose>
                      </dgm:if>
                      <dgm:if name="Name107" axis="ch" ptType="node" func="cnt" op="equ" val="2">
                        <dgm:choose name="Name108">
                          <dgm:if name="Name10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1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2" axis="ch" ptType="node" func="cnt" op="equ" val="3">
                        <dgm:choose name="Name113">
                          <dgm:if name="Name11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1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16">
                            <dgm:alg type="cycle">
                              <dgm:param type="ctrShpMap" val="fNode"/>
                              <dgm:param type="stAng" val="90"/>
                              <dgm:param type="spanAng" val="-180"/>
                            </dgm:alg>
                          </dgm:else>
                        </dgm:choose>
                      </dgm:if>
                      <dgm:if name="Name117" axis="ch" ptType="node" func="cnt" op="equ" val="4">
                        <dgm:choose name="Name118">
                          <dgm:if name="Name11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1">
                            <dgm:alg type="cycle">
                              <dgm:param type="ctrShpMap" val="fNode"/>
                              <dgm:param type="stAng" val="67.5"/>
                              <dgm:param type="spanAng" val="-135"/>
                            </dgm:alg>
                          </dgm:else>
                        </dgm:choose>
                      </dgm:if>
                      <dgm:if name="Name122" axis="ch" ptType="node" func="cnt" op="equ" val="5">
                        <dgm:choose name="Name123">
                          <dgm:if name="Name12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2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2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27" axis="ch" ptType="node" func="cnt" op="equ" val="6">
                        <dgm:choose name="Name128">
                          <dgm:if name="Name129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0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132" axis="ch" ptType="node" func="cnt" op="gte" val="7">
                        <dgm:choose name="Name133">
                          <dgm:if name="Name134" axis="ch ch" ptType="node node" st="1 1" cnt="1 0" func="cnt" op="equ" val="1">
                            <dgm:alg type="cycle">
                              <dgm:param type="ctrShpMap" val="fNode"/>
                              <dgm:param type="stAng" val="0"/>
                            </dgm:alg>
                          </dgm:if>
                          <dgm:if name="Name135" axis="ch ch" ptType="node node" st="1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-90"/>
                            </dgm:alg>
                          </dgm:if>
                          <dgm:else name="Name13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137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138" axis="ch" ptType="node" cnt="1">
                  <dgm:layoutNode name="childCenter1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139" axis="ch">
                    <dgm:forEach name="Name140" axis="self" ptType="parTrans">
                      <dgm:layoutNode name="Name141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142" axis="self" ptType="node">
                      <dgm:layoutNode name="text1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143" axis="ch" ptType="parTrans" cnt="1">
                <dgm:layoutNode name="Name144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1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145"/>
          </dgm:choose>
          <dgm:choose name="Name146">
            <dgm:if name="Name147" axis="ch" ptType="node" func="cnt" op="gte" val="2">
              <dgm:layoutNode name="cycle_2">
                <dgm:choose name="Name148">
                  <dgm:if name="Name149" func="var" arg="dir" op="equ" val="norm">
                    <dgm:choose name="Name150">
                      <dgm:if name="Name151" axis="ch" ptType="node" func="cnt" op="equ" val="2">
                        <dgm:choose name="Name152">
                          <dgm:if name="Name153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54" axis="ch ch" ptType="node node" st="2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155">
                            <dgm:alg type="cycle">
                              <dgm:param type="ctrShpMap" val="fNode"/>
                              <dgm:param type="stAng" val="90"/>
                              <dgm:param type="spanAng" val="180"/>
                            </dgm:alg>
                          </dgm:else>
                        </dgm:choose>
                      </dgm:if>
                      <dgm:if name="Name156" axis="ch" ptType="node" func="cnt" op="equ" val="3">
                        <dgm:choose name="Name157">
                          <dgm:if name="Name158" axis="ch ch" ptType="node node" st="2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159" axis="ch ch" ptType="node node" st="2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  <dgm:param type="horzAlign" val="r"/>
                              <dgm:param type="vertAlign" val="b"/>
                            </dgm:alg>
                          </dgm:if>
                          <dgm:else name="Name160">
                            <dgm:alg type="cycle">
                              <dgm:param type="ctrShpMap" val="fNode"/>
                              <dgm:param type="stAng" val="30"/>
                              <dgm:param type="spanAng" val="180"/>
                            </dgm:alg>
                          </dgm:else>
                        </dgm:choose>
                      </dgm:if>
                      <dgm:if name="Name161" axis="ch" ptType="node" func="cnt" op="equ" val="4">
                        <dgm:choose name="Name162">
                          <dgm:if name="Name163" axis="ch ch" ptType="node node" st="2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164" axis="ch ch" ptType="node node" st="2 1" cnt="1 0" func="cnt" op="equ" val="2">
                            <dgm:alg type="cycle">
                              <dgm:param type="ctrShpMap" val="fNode"/>
                              <dgm:param type="stAng" val="45"/>
                              <dgm:param type="spanAng" val="90"/>
                            </dgm:alg>
                          </dgm:if>
                          <dgm:else name="Name165">
                            <dgm:alg type="cycle">
                              <dgm:param type="ctrShpMap" val="fNode"/>
                              <dgm:param type="stAng" val="22.5"/>
                              <dgm:param type="spanAng" val="135"/>
                            </dgm:alg>
                          </dgm:else>
                        </dgm:choose>
                      </dgm:if>
                      <dgm:if name="Name166" axis="ch" ptType="node" func="cnt" op="equ" val="5">
                        <dgm:choose name="Name167">
                          <dgm:if name="Name168" axis="ch ch" ptType="node node" st="2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169" axis="ch ch" ptType="node node" st="2 1" cnt="1 0" func="cnt" op="equ" val="2">
                            <dgm:alg type="cycle">
                              <dgm:param type="ctrShpMap" val="fNode"/>
                              <dgm:param type="stAng" val="27"/>
                              <dgm:param type="spanAng" val="90"/>
                            </dgm:alg>
                          </dgm:if>
                          <dgm:else name="Name17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1" axis="ch" ptType="node" func="cnt" op="equ" val="6">
                        <dgm:choose name="Name172">
                          <dgm:if name="Name173" axis="ch ch" ptType="node node" st="2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174" axis="ch ch" ptType="node node" st="2 1" cnt="1 0" func="cnt" op="equ" val="2">
                            <dgm:alg type="cycle">
                              <dgm:param type="ctrShpMap" val="fNode"/>
                              <dgm:param type="stAng" val="15"/>
                              <dgm:param type="spanAng" val="90"/>
                            </dgm:alg>
                          </dgm:if>
                          <dgm:else name="Name175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176" axis="ch" ptType="node" func="cnt" op="gte" val="7">
                        <dgm:choose name="Name177">
                          <dgm:if name="Name178" axis="ch ch" ptType="node node" st="2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179" axis="ch ch" ptType="node node" st="2 1" cnt="1 0" func="cnt" op="equ" val="2">
                            <dgm:alg type="cycle">
                              <dgm:param type="ctrShpMap" val="fNode"/>
                              <dgm:param type="stAng" val="6"/>
                              <dgm:param type="spanAng" val="90"/>
                            </dgm:alg>
                          </dgm:if>
                          <dgm:else name="Name18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181"/>
                    </dgm:choose>
                  </dgm:if>
                  <dgm:else name="Name182">
                    <dgm:choose name="Name183">
                      <dgm:if name="Name184" axis="ch" ptType="node" func="cnt" op="equ" val="2">
                        <dgm:choose name="Name185">
                          <dgm:if name="Name186" axis="ch ch" ptType="node node" st="2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187" axis="ch ch" ptType="node node" st="2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188">
                            <dgm:alg type="cycle">
                              <dgm:param type="ctrShpMap" val="fNode"/>
                              <dgm:param type="stAng" val="270"/>
                              <dgm:param type="spanAng" val="-180"/>
                            </dgm:alg>
                          </dgm:else>
                        </dgm:choose>
                      </dgm:if>
                      <dgm:if name="Name189" axis="ch" ptType="node" func="cnt" op="equ" val="3">
                        <dgm:choose name="Name190">
                          <dgm:if name="Name191" axis="ch ch" ptType="node node" st="2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192" axis="ch ch" ptType="node node" st="2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  <dgm:param type="horzAlign" val="l"/>
                              <dgm:param type="vertAlign" val="b"/>
                            </dgm:alg>
                          </dgm:if>
                          <dgm:else name="Name193">
                            <dgm:alg type="cycle">
                              <dgm:param type="ctrShpMap" val="fNode"/>
                              <dgm:param type="stAng" val="330"/>
                              <dgm:param type="spanAng" val="-180"/>
                            </dgm:alg>
                          </dgm:else>
                        </dgm:choose>
                      </dgm:if>
                      <dgm:if name="Name194" axis="ch" ptType="node" func="cnt" op="equ" val="4">
                        <dgm:choose name="Name195">
                          <dgm:if name="Name196" axis="ch ch" ptType="node node" st="2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197" axis="ch ch" ptType="node node" st="2 1" cnt="1 0" func="cnt" op="equ" val="2">
                            <dgm:alg type="cycle">
                              <dgm:param type="ctrShpMap" val="fNode"/>
                              <dgm:param type="stAng" val="315"/>
                              <dgm:param type="spanAng" val="-90"/>
                            </dgm:alg>
                          </dgm:if>
                          <dgm:else name="Name198">
                            <dgm:alg type="cycle">
                              <dgm:param type="ctrShpMap" val="fNode"/>
                              <dgm:param type="stAng" val="337.5"/>
                              <dgm:param type="spanAng" val="-135"/>
                            </dgm:alg>
                          </dgm:else>
                        </dgm:choose>
                      </dgm:if>
                      <dgm:if name="Name199" axis="ch" ptType="node" func="cnt" op="equ" val="5">
                        <dgm:choose name="Name200">
                          <dgm:if name="Name201" axis="ch ch" ptType="node node" st="2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202" axis="ch ch" ptType="node node" st="2 1" cnt="1 0" func="cnt" op="equ" val="2">
                            <dgm:alg type="cycle">
                              <dgm:param type="ctrShpMap" val="fNode"/>
                              <dgm:param type="stAng" val="333"/>
                              <dgm:param type="spanAng" val="-90"/>
                            </dgm:alg>
                          </dgm:if>
                          <dgm:else name="Name20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4" axis="ch" ptType="node" func="cnt" op="equ" val="6">
                        <dgm:choose name="Name205">
                          <dgm:if name="Name206" axis="ch ch" ptType="node node" st="2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207" axis="ch ch" ptType="node node" st="2 1" cnt="1 0" func="cnt" op="equ" val="2">
                            <dgm:alg type="cycle">
                              <dgm:param type="ctrShpMap" val="fNode"/>
                              <dgm:param type="stAng" val="345"/>
                              <dgm:param type="spanAng" val="-90"/>
                            </dgm:alg>
                          </dgm:if>
                          <dgm:else name="Name20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09" axis="ch" ptType="node" func="cnt" op="gte" val="7">
                        <dgm:choose name="Name210">
                          <dgm:if name="Name211" axis="ch ch" ptType="node node" st="2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212" axis="ch ch" ptType="node node" st="2 1" cnt="1 0" func="cnt" op="equ" val="2">
                            <dgm:alg type="cycle">
                              <dgm:param type="ctrShpMap" val="fNode"/>
                              <dgm:param type="stAng" val="353"/>
                              <dgm:param type="spanAng" val="-90"/>
                            </dgm:alg>
                          </dgm:if>
                          <dgm:else name="Name213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14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15" axis="ch" ptType="node" st="2" cnt="1">
                  <dgm:layoutNode name="childCenter2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16" axis="ch">
                    <dgm:forEach name="Name217" axis="self" ptType="parTrans">
                      <dgm:layoutNode name="Name218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19" axis="self" ptType="node">
                      <dgm:layoutNode name="text2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20" axis="ch" ptType="parTrans" st="2" cnt="1">
                <dgm:layoutNode name="Name221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22"/>
          </dgm:choose>
          <dgm:choose name="Name223">
            <dgm:if name="Name224" axis="ch" ptType="node" func="cnt" op="gte" val="3">
              <dgm:layoutNode name="cycle_3">
                <dgm:choose name="Name225">
                  <dgm:if name="Name226" func="var" arg="dir" op="equ" val="norm">
                    <dgm:choose name="Name227">
                      <dgm:if name="Name228" axis="ch" ptType="node" func="cnt" op="equ" val="3">
                        <dgm:choose name="Name229">
                          <dgm:if name="Name230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  <dgm:param type="horzAlign" val="l"/>
                              <dgm:param type="vertAlign" val="b"/>
                            </dgm:alg>
                          </dgm:if>
                          <dgm:if name="Name231" axis="ch ch" ptType="node node" st="3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  <dgm:param type="horzAlign" val="l"/>
                              <dgm:param type="vertAlign" val="b"/>
                            </dgm:alg>
                          </dgm:if>
                          <dgm:else name="Name232">
                            <dgm:alg type="cycle">
                              <dgm:param type="ctrShpMap" val="fNode"/>
                              <dgm:param type="stAng" val="150"/>
                              <dgm:param type="spanAng" val="180"/>
                            </dgm:alg>
                          </dgm:else>
                        </dgm:choose>
                      </dgm:if>
                      <dgm:if name="Name233" axis="ch" ptType="node" func="cnt" op="equ" val="4">
                        <dgm:choose name="Name234">
                          <dgm:if name="Name235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36" axis="ch ch" ptType="node node" st="3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237">
                            <dgm:alg type="cycle">
                              <dgm:param type="ctrShpMap" val="fNode"/>
                              <dgm:param type="stAng" val="112.5"/>
                              <dgm:param type="spanAng" val="135"/>
                            </dgm:alg>
                          </dgm:else>
                        </dgm:choose>
                      </dgm:if>
                      <dgm:if name="Name238" axis="ch" ptType="node" func="cnt" op="equ" val="5">
                        <dgm:choose name="Name239">
                          <dgm:if name="Name240" axis="ch ch" ptType="node node" st="3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241" axis="ch ch" ptType="node node" st="3 1" cnt="1 0" func="cnt" op="equ" val="2">
                            <dgm:alg type="cycle">
                              <dgm:param type="ctrShpMap" val="fNode"/>
                              <dgm:param type="stAng" val="99"/>
                              <dgm:param type="spanAng" val="90"/>
                            </dgm:alg>
                          </dgm:if>
                          <dgm:else name="Name24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3" axis="ch" ptType="node" func="cnt" op="equ" val="6">
                        <dgm:choose name="Name244">
                          <dgm:if name="Name245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246" axis="ch ch" ptType="node node" st="3 1" cnt="1 0" func="cnt" op="equ" val="2">
                            <dgm:alg type="cycle">
                              <dgm:param type="ctrShpMap" val="fNode"/>
                              <dgm:param type="stAng" val="75"/>
                              <dgm:param type="spanAng" val="90"/>
                            </dgm:alg>
                          </dgm:if>
                          <dgm:else name="Name247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248" axis="ch" ptType="node" func="cnt" op="gte" val="7">
                        <dgm:choose name="Name249">
                          <dgm:if name="Name250" axis="ch ch" ptType="node node" st="3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251" axis="ch ch" ptType="node node" st="3 1" cnt="1 0" func="cnt" op="equ" val="2">
                            <dgm:alg type="cycle">
                              <dgm:param type="ctrShpMap" val="fNode"/>
                              <dgm:param type="stAng" val="57"/>
                              <dgm:param type="spanAng" val="90"/>
                            </dgm:alg>
                          </dgm:if>
                          <dgm:else name="Name252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253"/>
                    </dgm:choose>
                  </dgm:if>
                  <dgm:else name="Name254">
                    <dgm:choose name="Name255">
                      <dgm:if name="Name256" axis="ch" ptType="node" func="cnt" op="equ" val="3">
                        <dgm:choose name="Name257">
                          <dgm:if name="Name258" axis="ch ch" ptType="node node" st="3 1" cnt="1 0" func="cnt" op="equ" val="1">
                            <dgm:alg type="cycle">
                              <dgm:param type="ctrShpMap" val="fNode"/>
                              <dgm:param type="stAng" val="120"/>
                              <dgm:param type="horzAlign" val="r"/>
                              <dgm:param type="vertAlign" val="b"/>
                            </dgm:alg>
                          </dgm:if>
                          <dgm:if name="Name259" axis="ch ch" ptType="node node" st="3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  <dgm:param type="horzAlign" val="r"/>
                              <dgm:param type="vertAlign" val="b"/>
                            </dgm:alg>
                          </dgm:if>
                          <dgm:else name="Name260">
                            <dgm:alg type="cycle">
                              <dgm:param type="ctrShpMap" val="fNode"/>
                              <dgm:param type="stAng" val="210"/>
                              <dgm:param type="spanAng" val="-180"/>
                            </dgm:alg>
                          </dgm:else>
                        </dgm:choose>
                      </dgm:if>
                      <dgm:if name="Name261" axis="ch" ptType="node" func="cnt" op="equ" val="4">
                        <dgm:choose name="Name262">
                          <dgm:if name="Name263" axis="ch ch" ptType="node node" st="3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264" axis="ch ch" ptType="node node" st="3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265">
                            <dgm:alg type="cycle">
                              <dgm:param type="ctrShpMap" val="fNode"/>
                              <dgm:param type="stAng" val="247.5"/>
                              <dgm:param type="spanAng" val="-135"/>
                            </dgm:alg>
                          </dgm:else>
                        </dgm:choose>
                      </dgm:if>
                      <dgm:if name="Name266" axis="ch" ptType="node" func="cnt" op="equ" val="5">
                        <dgm:choose name="Name267">
                          <dgm:if name="Name268" axis="ch ch" ptType="node node" st="3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269" axis="ch ch" ptType="node node" st="3 1" cnt="1 0" func="cnt" op="equ" val="2">
                            <dgm:alg type="cycle">
                              <dgm:param type="ctrShpMap" val="fNode"/>
                              <dgm:param type="stAng" val="261"/>
                              <dgm:param type="spanAng" val="-90"/>
                            </dgm:alg>
                          </dgm:if>
                          <dgm:else name="Name27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1" axis="ch" ptType="node" func="cnt" op="equ" val="6">
                        <dgm:choose name="Name272">
                          <dgm:if name="Name273" axis="ch ch" ptType="node node" st="3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274" axis="ch ch" ptType="node node" st="3 1" cnt="1 0" func="cnt" op="equ" val="2">
                            <dgm:alg type="cycle">
                              <dgm:param type="ctrShpMap" val="fNode"/>
                              <dgm:param type="stAng" val="285"/>
                              <dgm:param type="spanAng" val="-90"/>
                            </dgm:alg>
                          </dgm:if>
                          <dgm:else name="Name275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276" axis="ch" ptType="node" func="cnt" op="gte" val="7">
                        <dgm:choose name="Name277">
                          <dgm:if name="Name278" axis="ch ch" ptType="node node" st="3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279" axis="ch ch" ptType="node node" st="3 1" cnt="1 0" func="cnt" op="equ" val="2">
                            <dgm:alg type="cycle">
                              <dgm:param type="ctrShpMap" val="fNode"/>
                              <dgm:param type="stAng" val="302"/>
                              <dgm:param type="spanAng" val="-90"/>
                            </dgm:alg>
                          </dgm:if>
                          <dgm:else name="Name280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281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282" axis="ch" ptType="node" st="3" cnt="1">
                  <dgm:layoutNode name="childCenter3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283" axis="ch">
                    <dgm:forEach name="Name284" axis="self" ptType="parTrans">
                      <dgm:layoutNode name="Name285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286" axis="self" ptType="node">
                      <dgm:layoutNode name="text3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287" axis="ch" ptType="parTrans" st="3" cnt="1">
                <dgm:layoutNode name="Name288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3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289"/>
          </dgm:choose>
          <dgm:choose name="Name290">
            <dgm:if name="Name291" axis="ch" ptType="node" func="cnt" op="gte" val="4">
              <dgm:layoutNode name="cycle_4">
                <dgm:choose name="Name292">
                  <dgm:if name="Name293" func="var" arg="dir" op="equ" val="norm">
                    <dgm:choose name="Name294">
                      <dgm:if name="Name295" axis="ch" ptType="node" func="cnt" op="equ" val="4">
                        <dgm:choose name="Name296">
                          <dgm:if name="Name297" axis="ch ch" ptType="node node" st="4 1" cnt="1 0" func="cnt" op="equ" val="1">
                            <dgm:alg type="cycle">
                              <dgm:param type="ctrShpMap" val="fNode"/>
                              <dgm:param type="stAng" val="270"/>
                            </dgm:alg>
                          </dgm:if>
                          <dgm:if name="Name298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90"/>
                            </dgm:alg>
                          </dgm:if>
                          <dgm:else name="Name299">
                            <dgm:alg type="cycle">
                              <dgm:param type="ctrShpMap" val="fNode"/>
                              <dgm:param type="stAng" val="202.5"/>
                              <dgm:param type="spanAng" val="135"/>
                            </dgm:alg>
                          </dgm:else>
                        </dgm:choose>
                      </dgm:if>
                      <dgm:if name="Name300" axis="ch" ptType="node" func="cnt" op="equ" val="5">
                        <dgm:choose name="Name301">
                          <dgm:if name="Name302" axis="ch ch" ptType="node node" st="4 1" cnt="1 0" func="cnt" op="equ" val="1">
                            <dgm:alg type="cycle">
                              <dgm:param type="ctrShpMap" val="fNode"/>
                              <dgm:param type="stAng" val="216"/>
                            </dgm:alg>
                          </dgm:if>
                          <dgm:if name="Name303" axis="ch ch" ptType="node node" st="4 1" cnt="1 0" func="cnt" op="equ" val="2">
                            <dgm:alg type="cycle">
                              <dgm:param type="ctrShpMap" val="fNode"/>
                              <dgm:param type="stAng" val="171"/>
                              <dgm:param type="spanAng" val="90"/>
                            </dgm:alg>
                          </dgm:if>
                          <dgm:else name="Name30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05" axis="ch" ptType="node" func="cnt" op="equ" val="6">
                        <dgm:choose name="Name306">
                          <dgm:if name="Name307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08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90"/>
                            </dgm:alg>
                          </dgm:if>
                          <dgm:else name="Name309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10" axis="ch" ptType="node" func="cnt" op="gte" val="7">
                        <dgm:choose name="Name311">
                          <dgm:if name="Name312" axis="ch ch" ptType="node node" st="4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13" axis="ch ch" ptType="node node" st="4 1" cnt="1 0" func="cnt" op="equ" val="2">
                            <dgm:alg type="cycle">
                              <dgm:param type="ctrShpMap" val="fNode"/>
                              <dgm:param type="stAng" val="109"/>
                              <dgm:param type="spanAng" val="90"/>
                            </dgm:alg>
                          </dgm:if>
                          <dgm:else name="Name314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15"/>
                    </dgm:choose>
                  </dgm:if>
                  <dgm:else name="Name316">
                    <dgm:choose name="Name317">
                      <dgm:if name="Name318" axis="ch" ptType="node" func="cnt" op="equ" val="4">
                        <dgm:choose name="Name319">
                          <dgm:if name="Name320" axis="ch ch" ptType="node node" st="4 1" cnt="1 0" func="cnt" op="equ" val="1">
                            <dgm:alg type="cycle">
                              <dgm:param type="ctrShpMap" val="fNode"/>
                              <dgm:param type="stAng" val="90"/>
                            </dgm:alg>
                          </dgm:if>
                          <dgm:if name="Name321" axis="ch ch" ptType="node node" st="4 1" cnt="1 0" func="cnt" op="equ" val="2">
                            <dgm:alg type="cycle">
                              <dgm:param type="ctrShpMap" val="fNode"/>
                              <dgm:param type="stAng" val="135"/>
                              <dgm:param type="spanAng" val="-90"/>
                            </dgm:alg>
                          </dgm:if>
                          <dgm:else name="Name322">
                            <dgm:alg type="cycle">
                              <dgm:param type="ctrShpMap" val="fNode"/>
                              <dgm:param type="stAng" val="157.5"/>
                              <dgm:param type="spanAng" val="-135"/>
                            </dgm:alg>
                          </dgm:else>
                        </dgm:choose>
                      </dgm:if>
                      <dgm:if name="Name323" axis="ch" ptType="node" func="cnt" op="equ" val="5">
                        <dgm:choose name="Name324">
                          <dgm:if name="Name325" axis="ch ch" ptType="node node" st="4 1" cnt="1 0" func="cnt" op="equ" val="1">
                            <dgm:alg type="cycle">
                              <dgm:param type="ctrShpMap" val="fNode"/>
                              <dgm:param type="stAng" val="144"/>
                            </dgm:alg>
                          </dgm:if>
                          <dgm:if name="Name326" axis="ch ch" ptType="node node" st="4 1" cnt="1 0" func="cnt" op="equ" val="2">
                            <dgm:alg type="cycle">
                              <dgm:param type="ctrShpMap" val="fNode"/>
                              <dgm:param type="stAng" val="189"/>
                              <dgm:param type="spanAng" val="-90"/>
                            </dgm:alg>
                          </dgm:if>
                          <dgm:else name="Name32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28" axis="ch" ptType="node" func="cnt" op="equ" val="6">
                        <dgm:choose name="Name329">
                          <dgm:if name="Name330" axis="ch ch" ptType="node node" st="4 1" cnt="1 0" func="cnt" op="equ" val="1">
                            <dgm:alg type="cycle">
                              <dgm:param type="ctrShpMap" val="fNode"/>
                              <dgm:param type="stAng" val="180"/>
                            </dgm:alg>
                          </dgm:if>
                          <dgm:if name="Name331" axis="ch ch" ptType="node node" st="4 1" cnt="1 0" func="cnt" op="equ" val="2">
                            <dgm:alg type="cycle">
                              <dgm:param type="ctrShpMap" val="fNode"/>
                              <dgm:param type="stAng" val="225"/>
                              <dgm:param type="spanAng" val="-90"/>
                            </dgm:alg>
                          </dgm:if>
                          <dgm:else name="Name332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33" axis="ch" ptType="node" func="cnt" op="gte" val="7">
                        <dgm:choose name="Name334">
                          <dgm:if name="Name335" axis="ch ch" ptType="node node" st="4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36" axis="ch ch" ptType="node node" st="4 1" cnt="1 0" func="cnt" op="equ" val="2">
                            <dgm:alg type="cycle">
                              <dgm:param type="ctrShpMap" val="fNode"/>
                              <dgm:param type="stAng" val="250"/>
                              <dgm:param type="spanAng" val="-90"/>
                            </dgm:alg>
                          </dgm:if>
                          <dgm:else name="Name337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38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39" axis="ch" ptType="node" st="4" cnt="1">
                  <dgm:layoutNode name="childCenter4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40" axis="ch">
                    <dgm:forEach name="Name341" axis="self" ptType="parTrans">
                      <dgm:layoutNode name="Name342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43" axis="self" ptType="node">
                      <dgm:layoutNode name="text4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44" axis="ch" ptType="parTrans" st="4" cnt="1">
                <dgm:layoutNode name="Name345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4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46"/>
          </dgm:choose>
          <dgm:choose name="Name347">
            <dgm:if name="Name348" axis="ch" ptType="node" func="cnt" op="gte" val="5">
              <dgm:layoutNode name="cycle_5">
                <dgm:choose name="Name349">
                  <dgm:if name="Name350" func="var" arg="dir" op="equ" val="norm">
                    <dgm:choose name="Name351">
                      <dgm:if name="Name352" axis="ch" ptType="node" func="cnt" op="equ" val="5">
                        <dgm:choose name="Name353">
                          <dgm:if name="Name354" axis="ch ch" ptType="node node" st="5 1" cnt="1 0" func="cnt" op="equ" val="1">
                            <dgm:alg type="cycle">
                              <dgm:param type="ctrShpMap" val="fNode"/>
                              <dgm:param type="stAng" val="288"/>
                            </dgm:alg>
                          </dgm:if>
                          <dgm:if name="Name355" axis="ch ch" ptType="node node" st="5 1" cnt="1 0" func="cnt" op="equ" val="2">
                            <dgm:alg type="cycle">
                              <dgm:param type="ctrShpMap" val="fNode"/>
                              <dgm:param type="stAng" val="243"/>
                              <dgm:param type="spanAng" val="90"/>
                            </dgm:alg>
                          </dgm:if>
                          <dgm:else name="Name35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57" axis="ch" ptType="node" func="cnt" op="equ" val="6">
                        <dgm:choose name="Name358">
                          <dgm:if name="Name359" axis="ch ch" ptType="node node" st="5 1" cnt="1 0" func="cnt" op="equ" val="1">
                            <dgm:alg type="cycle">
                              <dgm:param type="ctrShpMap" val="fNode"/>
                              <dgm:param type="stAng" val="240"/>
                            </dgm:alg>
                          </dgm:if>
                          <dgm:if name="Name360" axis="ch ch" ptType="node node" st="5 1" cnt="1 0" func="cnt" op="equ" val="2">
                            <dgm:alg type="cycle">
                              <dgm:param type="ctrShpMap" val="fNode"/>
                              <dgm:param type="stAng" val="195"/>
                              <dgm:param type="spanAng" val="90"/>
                            </dgm:alg>
                          </dgm:if>
                          <dgm:else name="Name361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362" axis="ch" ptType="node" func="cnt" op="gte" val="7">
                        <dgm:choose name="Name363">
                          <dgm:if name="Name364" axis="ch ch" ptType="node node" st="5 1" cnt="1 0" func="cnt" op="equ" val="1">
                            <dgm:alg type="cycle">
                              <dgm:param type="ctrShpMap" val="fNode"/>
                              <dgm:param type="stAng" val="205"/>
                            </dgm:alg>
                          </dgm:if>
                          <dgm:if name="Name365" axis="ch ch" ptType="node node" st="5 1" cnt="1 0" func="cnt" op="equ" val="2">
                            <dgm:alg type="cycle">
                              <dgm:param type="ctrShpMap" val="fNode"/>
                              <dgm:param type="stAng" val="160"/>
                              <dgm:param type="spanAng" val="90"/>
                            </dgm:alg>
                          </dgm:if>
                          <dgm:else name="Name366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367"/>
                    </dgm:choose>
                  </dgm:if>
                  <dgm:else name="Name368">
                    <dgm:choose name="Name369">
                      <dgm:if name="Name370" axis="ch" ptType="node" func="cnt" op="equ" val="5">
                        <dgm:choose name="Name371">
                          <dgm:if name="Name372" axis="ch ch" ptType="node node" st="5 1" cnt="1 0" func="cnt" op="equ" val="1">
                            <dgm:alg type="cycle">
                              <dgm:param type="ctrShpMap" val="fNode"/>
                              <dgm:param type="stAng" val="72"/>
                            </dgm:alg>
                          </dgm:if>
                          <dgm:if name="Name373" axis="ch ch" ptType="node node" st="5 1" cnt="1 0" func="cnt" op="equ" val="2">
                            <dgm:alg type="cycle">
                              <dgm:param type="ctrShpMap" val="fNode"/>
                              <dgm:param type="stAng" val="117"/>
                              <dgm:param type="spanAng" val="-90"/>
                            </dgm:alg>
                          </dgm:if>
                          <dgm:else name="Name37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75" axis="ch" ptType="node" func="cnt" op="equ" val="6">
                        <dgm:choose name="Name376">
                          <dgm:if name="Name377" axis="ch ch" ptType="node node" st="5 1" cnt="1 0" func="cnt" op="equ" val="1">
                            <dgm:alg type="cycle">
                              <dgm:param type="ctrShpMap" val="fNode"/>
                              <dgm:param type="stAng" val="120"/>
                            </dgm:alg>
                          </dgm:if>
                          <dgm:if name="Name378" axis="ch ch" ptType="node node" st="5 1" cnt="1 0" func="cnt" op="equ" val="2">
                            <dgm:alg type="cycle">
                              <dgm:param type="ctrShpMap" val="fNode"/>
                              <dgm:param type="stAng" val="165"/>
                              <dgm:param type="spanAng" val="-90"/>
                            </dgm:alg>
                          </dgm:if>
                          <dgm:else name="Name379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380" axis="ch" ptType="node" func="cnt" op="gte" val="7">
                        <dgm:choose name="Name381">
                          <dgm:if name="Name382" axis="ch ch" ptType="node node" st="5 1" cnt="1 0" func="cnt" op="equ" val="1">
                            <dgm:alg type="cycle">
                              <dgm:param type="ctrShpMap" val="fNode"/>
                              <dgm:param type="stAng" val="154"/>
                            </dgm:alg>
                          </dgm:if>
                          <dgm:if name="Name383" axis="ch ch" ptType="node node" st="5 1" cnt="1 0" func="cnt" op="equ" val="2">
                            <dgm:alg type="cycle">
                              <dgm:param type="ctrShpMap" val="fNode"/>
                              <dgm:param type="stAng" val="199"/>
                              <dgm:param type="spanAng" val="-90"/>
                            </dgm:alg>
                          </dgm:if>
                          <dgm:else name="Name384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385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386" axis="ch" ptType="node" st="5" cnt="1">
                  <dgm:layoutNode name="childCenter5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387" axis="ch">
                    <dgm:forEach name="Name388" axis="self" ptType="parTrans">
                      <dgm:layoutNode name="Name389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390" axis="self" ptType="node">
                      <dgm:layoutNode name="text5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391" axis="ch" ptType="parTrans" st="5" cnt="1">
                <dgm:layoutNode name="Name392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5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393"/>
          </dgm:choose>
          <dgm:choose name="Name394">
            <dgm:if name="Name395" axis="ch" ptType="node" func="cnt" op="gte" val="6">
              <dgm:layoutNode name="cycle_6">
                <dgm:choose name="Name396">
                  <dgm:if name="Name397" func="var" arg="dir" op="equ" val="norm">
                    <dgm:choose name="Name398">
                      <dgm:if name="Name399" axis="ch" ptType="node" func="cnt" op="equ" val="6">
                        <dgm:choose name="Name400">
                          <dgm:if name="Name401" axis="ch ch" ptType="node node" st="6 1" cnt="1 0" func="cnt" op="equ" val="1">
                            <dgm:alg type="cycle">
                              <dgm:param type="ctrShpMap" val="fNode"/>
                              <dgm:param type="stAng" val="300"/>
                            </dgm:alg>
                          </dgm:if>
                          <dgm:if name="Name402" axis="ch ch" ptType="node node" st="6 1" cnt="1 0" func="cnt" op="equ" val="2">
                            <dgm:alg type="cycle">
                              <dgm:param type="ctrShpMap" val="fNode"/>
                              <dgm:param type="stAng" val="255"/>
                              <dgm:param type="spanAng" val="90"/>
                            </dgm:alg>
                          </dgm:if>
                          <dgm:else name="Name403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if name="Name404" axis="ch" ptType="node" func="cnt" op="gte" val="7">
                        <dgm:choose name="Name405">
                          <dgm:if name="Name406" axis="ch ch" ptType="node node" st="6 1" cnt="1 0" func="cnt" op="equ" val="1">
                            <dgm:alg type="cycle">
                              <dgm:param type="ctrShpMap" val="fNode"/>
                              <dgm:param type="stAng" val="257"/>
                            </dgm:alg>
                          </dgm:if>
                          <dgm:if name="Name407" axis="ch ch" ptType="node node" st="6 1" cnt="1 0" func="cnt" op="equ" val="2">
                            <dgm:alg type="cycle">
                              <dgm:param type="ctrShpMap" val="fNode"/>
                              <dgm:param type="stAng" val="212"/>
                              <dgm:param type="spanAng" val="90"/>
                            </dgm:alg>
                          </dgm:if>
                          <dgm:else name="Name408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09"/>
                    </dgm:choose>
                  </dgm:if>
                  <dgm:else name="Name410">
                    <dgm:choose name="Name411">
                      <dgm:if name="Name412" axis="ch" ptType="node" func="cnt" op="equ" val="6">
                        <dgm:choose name="Name413">
                          <dgm:if name="Name414" axis="ch ch" ptType="node node" st="6 1" cnt="1 0" func="cnt" op="equ" val="1">
                            <dgm:alg type="cycle">
                              <dgm:param type="ctrShpMap" val="fNode"/>
                              <dgm:param type="stAng" val="60"/>
                            </dgm:alg>
                          </dgm:if>
                          <dgm:if name="Name415" axis="ch ch" ptType="node node" st="6 1" cnt="1 0" func="cnt" op="equ" val="2">
                            <dgm:alg type="cycle">
                              <dgm:param type="ctrShpMap" val="fNode"/>
                              <dgm:param type="stAng" val="105"/>
                              <dgm:param type="spanAng" val="-90"/>
                            </dgm:alg>
                          </dgm:if>
                          <dgm:else name="Name416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if name="Name417" axis="ch" ptType="node" func="cnt" op="gte" val="7">
                        <dgm:choose name="Name418">
                          <dgm:if name="Name419" axis="ch ch" ptType="node node" st="6 1" cnt="1 0" func="cnt" op="equ" val="1">
                            <dgm:alg type="cycle">
                              <dgm:param type="ctrShpMap" val="fNode"/>
                              <dgm:param type="stAng" val="102"/>
                            </dgm:alg>
                          </dgm:if>
                          <dgm:if name="Name420" axis="ch ch" ptType="node node" st="6 1" cnt="1 0" func="cnt" op="equ" val="2">
                            <dgm:alg type="cycle">
                              <dgm:param type="ctrShpMap" val="fNode"/>
                              <dgm:param type="stAng" val="147"/>
                              <dgm:param type="spanAng" val="-90"/>
                            </dgm:alg>
                          </dgm:if>
                          <dgm:else name="Name421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22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23" axis="ch" ptType="node" st="6" cnt="1">
                  <dgm:layoutNode name="childCenter6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24" axis="ch">
                    <dgm:forEach name="Name425" axis="self" ptType="parTrans">
                      <dgm:layoutNode name="Name426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27" axis="self" ptType="node">
                      <dgm:layoutNode name="text6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28" axis="ch" ptType="parTrans" st="6" cnt="1">
                <dgm:layoutNode name="Name429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6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30"/>
          </dgm:choose>
          <dgm:choose name="Name431">
            <dgm:if name="Name432" axis="ch" ptType="node" func="cnt" op="gte" val="7">
              <dgm:layoutNode name="cycle_7">
                <dgm:choose name="Name433">
                  <dgm:if name="Name434" func="var" arg="dir" op="equ" val="norm">
                    <dgm:choose name="Name435">
                      <dgm:if name="Name436" axis="ch" ptType="node" func="cnt" op="gte" val="7">
                        <dgm:choose name="Name437">
                          <dgm:if name="Name438" axis="ch ch" ptType="node node" st="7 1" cnt="1 0" func="cnt" op="equ" val="1">
                            <dgm:alg type="cycle">
                              <dgm:param type="ctrShpMap" val="fNode"/>
                              <dgm:param type="stAng" val="308"/>
                            </dgm:alg>
                          </dgm:if>
                          <dgm:if name="Name439" axis="ch ch" ptType="node node" st="7 1" cnt="1 0" func="cnt" op="equ" val="2">
                            <dgm:alg type="cycle">
                              <dgm:param type="ctrShpMap" val="fNode"/>
                              <dgm:param type="stAng" val="263"/>
                              <dgm:param type="spanAng" val="90"/>
                            </dgm:alg>
                          </dgm:if>
                          <dgm:else name="Name440">
                            <dgm:alg type="cycle">
                              <dgm:param type="ctrShpMap" val="fNode"/>
                              <dgm:param type="stAng" val="0"/>
                              <dgm:param type="spanAng" val="360"/>
                            </dgm:alg>
                          </dgm:else>
                        </dgm:choose>
                      </dgm:if>
                      <dgm:else name="Name441"/>
                    </dgm:choose>
                  </dgm:if>
                  <dgm:else name="Name442">
                    <dgm:choose name="Name443">
                      <dgm:if name="Name444" axis="ch" ptType="node" func="cnt" op="gte" val="7">
                        <dgm:choose name="Name445">
                          <dgm:if name="Name446" axis="ch ch" ptType="node node" st="7 1" cnt="1 0" func="cnt" op="equ" val="1">
                            <dgm:alg type="cycle">
                              <dgm:param type="ctrShpMap" val="fNode"/>
                              <dgm:param type="stAng" val="51"/>
                            </dgm:alg>
                          </dgm:if>
                          <dgm:if name="Name447" axis="ch ch" ptType="node node" st="7 1" cnt="1 0" func="cnt" op="equ" val="2">
                            <dgm:alg type="cycle">
                              <dgm:param type="ctrShpMap" val="fNode"/>
                              <dgm:param type="stAng" val="96"/>
                              <dgm:param type="spanAng" val="-90"/>
                            </dgm:alg>
                          </dgm:if>
                          <dgm:else name="Name448">
                            <dgm:alg type="cycle">
                              <dgm:param type="ctrShpMap" val="fNode"/>
                              <dgm:param type="stAng" val="0"/>
                              <dgm:param type="spanAng" val="-360"/>
                            </dgm:alg>
                          </dgm:else>
                        </dgm:choose>
                      </dgm:if>
                      <dgm:else name="Name449"/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>
                  <dgm:constr type="sp" refType="w" fact="0.1"/>
                  <dgm:constr type="sibSp" refType="w" fact="0.1"/>
                </dgm:constrLst>
                <dgm:forEach name="Name450" axis="ch" ptType="node" st="7" cnt="1">
                  <dgm:layoutNode name="childCenter7" styleLbl="node1">
                    <dgm:alg type="tx"/>
                    <dgm:shape xmlns:r="http://schemas.openxmlformats.org/officeDocument/2006/relationships" type="roundRect" r:blip="">
                      <dgm:adjLst/>
                    </dgm:shape>
                    <dgm:presOf axis="self" ptType="node"/>
                    <dgm:constrLst>
                      <dgm:constr type="userS"/>
                      <dgm:constr type="w" refType="userS"/>
                      <dgm:constr type="h" refType="w"/>
                      <dgm:constr type="tMarg" refType="primFontSz" fact="0.2"/>
                      <dgm:constr type="bMarg" refType="primFontSz" fact="0.2"/>
                      <dgm:constr type="lMarg" refType="primFontSz" fact="0.2"/>
                      <dgm:constr type="rMarg" refType="primFontSz" fact="0.2"/>
                    </dgm:constrLst>
                    <dgm:ruleLst>
                      <dgm:rule type="primFontSz" val="5" fact="NaN" max="NaN"/>
                    </dgm:ruleLst>
                  </dgm:layoutNode>
                  <dgm:forEach name="Name451" axis="ch">
                    <dgm:forEach name="Name452" axis="self" ptType="parTrans">
                      <dgm:layoutNode name="Name453">
                        <dgm:alg type="conn">
                          <dgm:param type="dim" val="1D"/>
                          <dgm:param type="begPts" val="auto"/>
                          <dgm:param type="endPts" val="auto"/>
                          <dgm:param type="begSty" val="noArr"/>
                          <dgm:param type="endSty" val="noArr"/>
                        </dgm:alg>
                        <dgm:shape xmlns:r="http://schemas.openxmlformats.org/officeDocument/2006/relationships" type="conn" r:blip="">
                          <dgm:adjLst/>
                        </dgm:shape>
                        <dgm:presOf axis="self"/>
                        <dgm:constrLst>
                          <dgm:constr type="begPad"/>
                          <dgm:constr type="endPad"/>
                        </dgm:constrLst>
                      </dgm:layoutNode>
                    </dgm:forEach>
                    <dgm:forEach name="Name454" axis="self" ptType="node">
                      <dgm:layoutNode name="text7" styleLbl="node1">
                        <dgm:varLst>
                          <dgm:bulletEnabled val="1"/>
                        </dgm:varLst>
                        <dgm:alg type="tx"/>
                        <dgm:shape xmlns:r="http://schemas.openxmlformats.org/officeDocument/2006/relationships" type="roundRect" r:blip="">
                          <dgm:adjLst/>
                        </dgm:shape>
                        <dgm:presOf axis="desOrSelf" ptType="node"/>
                        <dgm:constrLst>
                          <dgm:constr type="userS"/>
                          <dgm:constr type="w" refType="userS"/>
                          <dgm:constr type="h" refType="w"/>
                          <dgm:constr type="tMarg" refType="primFontSz" fact="0.2"/>
                          <dgm:constr type="bMarg" refType="primFontSz" fact="0.2"/>
                          <dgm:constr type="lMarg" refType="primFontSz" fact="0.2"/>
                          <dgm:constr type="rMarg" refType="primFontSz" fact="0.2"/>
                        </dgm:constrLst>
                        <dgm:ruleLst>
                          <dgm:rule type="primFontSz" val="5" fact="NaN" max="NaN"/>
                        </dgm:ruleLst>
                      </dgm:layoutNode>
                    </dgm:forEach>
                  </dgm:forEach>
                </dgm:forEach>
              </dgm:layoutNode>
              <dgm:forEach name="Name455" axis="ch" ptType="parTrans" st="7" cnt="1">
                <dgm:layoutNode name="Name456">
                  <dgm:alg type="conn">
                    <dgm:param type="dim" val="1D"/>
                    <dgm:param type="begPts" val="auto"/>
                    <dgm:param type="endPts" val="auto"/>
                    <dgm:param type="endSty" val="noArr"/>
                    <dgm:param type="srcNode" val="textCenter"/>
                    <dgm:param type="dstNode" val="childCenter7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h"/>
                    <dgm:constr type="begPad"/>
                    <dgm:constr type="endPad"/>
                  </dgm:constrLst>
                </dgm:layoutNode>
              </dgm:forEach>
            </dgm:if>
            <dgm:else name="Name45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1">
  <dgm:title val=""/>
  <dgm:desc val=""/>
  <dgm:catLst>
    <dgm:cat type="3D" pri="111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flat" dir="t"/>
    </dgm:scene3d>
    <dgm:sp3d z="1270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flat" dir="t"/>
    </dgm:scene3d>
    <dgm:sp3d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flat" dir="t"/>
    </dgm:scene3d>
    <dgm:sp3d z="-190500" prstMaterial="plastic">
      <a:bevelT w="88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flat" dir="t"/>
    </dgm:scene3d>
    <dgm:sp3d z="-80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flat" dir="t"/>
    </dgm:scene3d>
    <dgm:sp3d z="1270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flat" dir="t"/>
    </dgm:scene3d>
    <dgm:sp3d z="-190500" prstMaterial="plastic">
      <a:bevelT w="50800" h="50800"/>
      <a:bevelB w="25400" h="25400" prst="angle"/>
    </dgm:sp3d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fla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flat" dir="t"/>
    </dgm:scene3d>
    <dgm:sp3d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flat" dir="t"/>
    </dgm:scene3d>
    <dgm:sp3d z="-10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flat" dir="t"/>
    </dgm:scene3d>
    <dgm:sp3d z="-60000" prstMaterial="plastic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flat" dir="t"/>
    </dgm:scene3d>
    <dgm:sp3d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FollowNode1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flat" dir="t"/>
    </dgm:scene3d>
    <dgm:sp3d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flat" dir="t"/>
    </dgm:scene3d>
    <dgm:sp3d z="190500" extrusionH="12700" prstMaterial="plastic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flat" dir="t"/>
    </dgm:scene3d>
    <dgm:sp3d z="-190500" extrusionH="12700" prstMaterial="plastic">
      <a:bevelT w="50800" h="508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flat" dir="t"/>
    </dgm:scene3d>
    <dgm:sp3d z="-190500" extrusionH="127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z="190500" prstMaterial="plastic">
      <a:bevelT w="120900" h="88900"/>
      <a:bevelB w="88900" h="31750" prst="angle"/>
    </dgm:sp3d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E714C20-A29D-4EB5-A9BD-340993CF614D}" type="datetimeFigureOut">
              <a:rPr lang="ko-KR" altLang="en-US" smtClean="0"/>
              <a:t>2025-11-21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573088" y="1336675"/>
            <a:ext cx="6413500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EDD45A-0291-462C-98B2-CAE63B1722A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248615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Noto Sans CJK KR"/>
            </a:endParaRPr>
          </a:p>
        </p:txBody>
      </p:sp>
      <p:sp>
        <p:nvSpPr>
          <p:cNvPr id="8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Noto Sans CJK KR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Noto Sans CJK KR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Noto Sans CJK KR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9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Noto Sans CJK KR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3200" b="0" strike="noStrike" spc="-1">
              <a:latin typeface="Noto Sans CJK KR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Noto Sans CJK KR"/>
            </a:endParaRPr>
          </a:p>
        </p:txBody>
      </p:sp>
      <p:sp>
        <p:nvSpPr>
          <p:cNvPr id="9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95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96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Noto Sans CJK KR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Noto Sans CJK KR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Noto Sans CJK KR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Noto Sans CJK KR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110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111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112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US" sz="4400" b="0" strike="noStrike" spc="-1">
              <a:latin typeface="Noto Sans CJK KR"/>
            </a:endParaRPr>
          </a:p>
        </p:txBody>
      </p:sp>
      <p:sp>
        <p:nvSpPr>
          <p:cNvPr id="11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115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116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117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118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  <p:sp>
        <p:nvSpPr>
          <p:cNvPr id="119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US" sz="3200" b="0" strike="noStrike" spc="-1">
              <a:latin typeface="Noto Sans CJK KR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액자 6">
            <a:extLst>
              <a:ext uri="{FF2B5EF4-FFF2-40B4-BE49-F238E27FC236}">
                <a16:creationId xmlns:a16="http://schemas.microsoft.com/office/drawing/2014/main" id="{D7AE0473-953F-4A3D-82C3-FA06918A816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frame">
            <a:avLst>
              <a:gd name="adj1" fmla="val 1759"/>
            </a:avLst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43536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ko-KR" sz="4400" b="0" strike="noStrike" spc="-1">
                <a:latin typeface="Noto Sans CJK KR"/>
              </a:rPr>
              <a:t>제목 텍스트의 서식을 편집하려면 클릭하십시오</a:t>
            </a:r>
            <a:r>
              <a:rPr lang="en-US" sz="4400" b="0" strike="noStrike" spc="-1">
                <a:latin typeface="Noto Sans CJK KR"/>
              </a:rPr>
              <a:t>.</a:t>
            </a:r>
          </a:p>
        </p:txBody>
      </p:sp>
      <p:sp>
        <p:nvSpPr>
          <p:cNvPr id="8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ko-KR" sz="3200" b="0" strike="noStrike" spc="-1">
                <a:latin typeface="Noto Sans CJK KR"/>
              </a:rPr>
              <a:t>개요 텍스트의 서식을 편집하려면 클릭하십시오</a:t>
            </a:r>
            <a:endParaRPr lang="en-US" sz="3200" b="0" strike="noStrike" spc="-1">
              <a:latin typeface="Noto Sans CJK KR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strike="noStrike" spc="-1">
                <a:latin typeface="Noto Sans CJK KR"/>
              </a:rPr>
              <a:t>2</a:t>
            </a:r>
            <a:r>
              <a:rPr lang="ko-KR" sz="2800" b="0" strike="noStrike" spc="-1">
                <a:latin typeface="Noto Sans CJK KR"/>
              </a:rPr>
              <a:t>번째 개요 수준</a:t>
            </a:r>
            <a:endParaRPr lang="en-US" sz="2800" b="0" strike="noStrike" spc="-1">
              <a:latin typeface="Noto Sans CJK KR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latin typeface="Noto Sans CJK KR"/>
              </a:rPr>
              <a:t>3</a:t>
            </a:r>
            <a:r>
              <a:rPr lang="ko-KR" sz="2400" b="0" strike="noStrike" spc="-1">
                <a:latin typeface="Noto Sans CJK KR"/>
              </a:rPr>
              <a:t>번째 개요 수준</a:t>
            </a:r>
            <a:endParaRPr lang="en-US" sz="2400" b="0" strike="noStrike" spc="-1">
              <a:latin typeface="Noto Sans CJK KR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strike="noStrike" spc="-1">
                <a:latin typeface="Noto Sans CJK KR"/>
              </a:rPr>
              <a:t>4</a:t>
            </a:r>
            <a:r>
              <a:rPr lang="ko-KR" sz="2000" b="0" strike="noStrike" spc="-1">
                <a:latin typeface="Noto Sans CJK KR"/>
              </a:rPr>
              <a:t>번째 개요 수준</a:t>
            </a:r>
            <a:endParaRPr lang="en-US" sz="2000" b="0" strike="noStrike" spc="-1">
              <a:latin typeface="Noto Sans CJK KR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Noto Sans CJK KR"/>
              </a:rPr>
              <a:t>5</a:t>
            </a:r>
            <a:r>
              <a:rPr lang="ko-KR" sz="2000" b="0" strike="noStrike" spc="-1">
                <a:latin typeface="Noto Sans CJK KR"/>
              </a:rPr>
              <a:t>번째 개요 수준</a:t>
            </a:r>
            <a:endParaRPr lang="en-US" sz="2000" b="0" strike="noStrike" spc="-1">
              <a:latin typeface="Noto Sans CJK KR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Noto Sans CJK KR"/>
              </a:rPr>
              <a:t>6</a:t>
            </a:r>
            <a:r>
              <a:rPr lang="ko-KR" sz="2000" b="0" strike="noStrike" spc="-1">
                <a:latin typeface="Noto Sans CJK KR"/>
              </a:rPr>
              <a:t>번째 개요 수준</a:t>
            </a:r>
            <a:endParaRPr lang="en-US" sz="2000" b="0" strike="noStrike" spc="-1">
              <a:latin typeface="Noto Sans CJK KR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latin typeface="Noto Sans CJK KR"/>
              </a:rPr>
              <a:t>7</a:t>
            </a:r>
            <a:r>
              <a:rPr lang="ko-KR" sz="2000" b="0" strike="noStrike" spc="-1">
                <a:latin typeface="Noto Sans CJK KR"/>
              </a:rPr>
              <a:t>번째 개요 수준</a:t>
            </a:r>
            <a:endParaRPr lang="en-US" sz="2000" b="0" strike="noStrike" spc="-1">
              <a:latin typeface="Noto Sans CJK KR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  <p:sldLayoutId id="2147483687" r:id="rId13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11" Type="http://schemas.openxmlformats.org/officeDocument/2006/relationships/image" Target="../media/image16.png"/><Relationship Id="rId5" Type="http://schemas.openxmlformats.org/officeDocument/2006/relationships/image" Target="../media/image10.pn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5.png"/><Relationship Id="rId5" Type="http://schemas.openxmlformats.org/officeDocument/2006/relationships/image" Target="../media/image20.png"/><Relationship Id="rId10" Type="http://schemas.openxmlformats.org/officeDocument/2006/relationships/image" Target="../media/image1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18.png"/><Relationship Id="rId7" Type="http://schemas.openxmlformats.org/officeDocument/2006/relationships/image" Target="../media/image2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32.pn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19.png"/><Relationship Id="rId9" Type="http://schemas.openxmlformats.org/officeDocument/2006/relationships/image" Target="../media/image3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7" Type="http://schemas.openxmlformats.org/officeDocument/2006/relationships/image" Target="../media/image3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18.png"/><Relationship Id="rId4" Type="http://schemas.openxmlformats.org/officeDocument/2006/relationships/image" Target="../media/image24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12" Type="http://schemas.openxmlformats.org/officeDocument/2006/relationships/image" Target="../media/image42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11" Type="http://schemas.openxmlformats.org/officeDocument/2006/relationships/image" Target="../media/image41.jpeg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40.jpeg"/><Relationship Id="rId4" Type="http://schemas.openxmlformats.org/officeDocument/2006/relationships/diagramLayout" Target="../diagrams/layout1.xml"/><Relationship Id="rId9" Type="http://schemas.openxmlformats.org/officeDocument/2006/relationships/image" Target="../media/image39.png"/></Relationships>
</file>

<file path=ppt/slides/_rels/slide11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43.png"/><Relationship Id="rId7" Type="http://schemas.openxmlformats.org/officeDocument/2006/relationships/diagramColors" Target="../diagrams/colors2.xml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3.png"/><Relationship Id="rId5" Type="http://schemas.openxmlformats.org/officeDocument/2006/relationships/image" Target="../media/image18.png"/><Relationship Id="rId4" Type="http://schemas.openxmlformats.org/officeDocument/2006/relationships/image" Target="../media/image6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그래픽 40"/>
          <p:cNvPicPr/>
          <p:nvPr/>
        </p:nvPicPr>
        <p:blipFill>
          <a:blip r:embed="rId2"/>
          <a:stretch/>
        </p:blipFill>
        <p:spPr>
          <a:xfrm>
            <a:off x="-222840" y="12960"/>
            <a:ext cx="12191400" cy="6857280"/>
          </a:xfrm>
          <a:prstGeom prst="rect">
            <a:avLst/>
          </a:prstGeom>
          <a:ln w="0">
            <a:noFill/>
          </a:ln>
        </p:spPr>
      </p:pic>
      <p:pic>
        <p:nvPicPr>
          <p:cNvPr id="187" name="그래픽 88"/>
          <p:cNvPicPr/>
          <p:nvPr/>
        </p:nvPicPr>
        <p:blipFill>
          <a:blip r:embed="rId3"/>
          <a:srcRect t="37984" r="48351"/>
          <a:stretch/>
        </p:blipFill>
        <p:spPr>
          <a:xfrm>
            <a:off x="10333440" y="0"/>
            <a:ext cx="1857600" cy="2169720"/>
          </a:xfrm>
          <a:prstGeom prst="rect">
            <a:avLst/>
          </a:prstGeom>
          <a:ln w="0">
            <a:noFill/>
          </a:ln>
        </p:spPr>
      </p:pic>
      <p:grpSp>
        <p:nvGrpSpPr>
          <p:cNvPr id="188" name="그룹 2"/>
          <p:cNvGrpSpPr/>
          <p:nvPr/>
        </p:nvGrpSpPr>
        <p:grpSpPr>
          <a:xfrm>
            <a:off x="4367880" y="1370520"/>
            <a:ext cx="7115040" cy="1639529"/>
            <a:chOff x="4367880" y="1370520"/>
            <a:chExt cx="7115040" cy="1639529"/>
          </a:xfrm>
        </p:grpSpPr>
        <p:sp>
          <p:nvSpPr>
            <p:cNvPr id="189" name="TextBox 3"/>
            <p:cNvSpPr/>
            <p:nvPr/>
          </p:nvSpPr>
          <p:spPr>
            <a:xfrm>
              <a:off x="4423320" y="1370520"/>
              <a:ext cx="610056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1800" b="0" strike="noStrike" spc="-1">
                  <a:solidFill>
                    <a:srgbClr val="404040"/>
                  </a:solidFill>
                  <a:latin typeface="맑은 고딕"/>
                  <a:ea typeface="DejaVu Sans"/>
                </a:rPr>
                <a:t>[</a:t>
              </a:r>
              <a:r>
                <a:rPr lang="ko-KR" sz="1800" b="0" strike="noStrike" spc="-1">
                  <a:solidFill>
                    <a:srgbClr val="404040"/>
                  </a:solidFill>
                  <a:latin typeface="맑은 고딕"/>
                  <a:ea typeface="DejaVu Sans"/>
                </a:rPr>
                <a:t>두산로보틱스</a:t>
              </a:r>
              <a:r>
                <a:rPr lang="en-US" sz="1800" b="0" strike="noStrike" spc="-1">
                  <a:solidFill>
                    <a:srgbClr val="404040"/>
                  </a:solidFill>
                  <a:latin typeface="맑은 고딕"/>
                  <a:ea typeface="DejaVu Sans"/>
                </a:rPr>
                <a:t>] </a:t>
              </a:r>
              <a:r>
                <a:rPr lang="ko-KR" sz="1800" b="0" strike="noStrike" spc="-1">
                  <a:solidFill>
                    <a:srgbClr val="404040"/>
                  </a:solidFill>
                  <a:latin typeface="맑은 고딕"/>
                  <a:ea typeface="DejaVu Sans"/>
                </a:rPr>
                <a:t>지능형 로보틱스 엔지니어</a:t>
              </a:r>
              <a:endParaRPr lang="en-US" sz="1800" b="0" strike="noStrike" spc="-1">
                <a:latin typeface="Noto Sans CJK KR"/>
              </a:endParaRPr>
            </a:p>
          </p:txBody>
        </p:sp>
        <p:sp>
          <p:nvSpPr>
            <p:cNvPr id="190" name="TextBox 9"/>
            <p:cNvSpPr/>
            <p:nvPr/>
          </p:nvSpPr>
          <p:spPr>
            <a:xfrm>
              <a:off x="4367880" y="1809720"/>
              <a:ext cx="7115040" cy="1200329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0" rIns="90000" bIns="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ko-KR" sz="4800" b="0" strike="noStrike" spc="-1" dirty="0">
                  <a:solidFill>
                    <a:srgbClr val="000000"/>
                  </a:solidFill>
                  <a:latin typeface="Noto Sans CJK KR"/>
                  <a:ea typeface="DejaVu Sans"/>
                </a:rPr>
                <a:t>자동 주유 로봇</a:t>
              </a:r>
              <a:br>
                <a:rPr sz="4000" dirty="0"/>
              </a:br>
              <a:r>
                <a:rPr lang="ko-KR" altLang="en-US" sz="3000" spc="-1" dirty="0">
                  <a:solidFill>
                    <a:srgbClr val="404040"/>
                  </a:solidFill>
                  <a:latin typeface="Noto Sans CJK KR"/>
                </a:rPr>
                <a:t>로봇 팔</a:t>
              </a:r>
              <a:r>
                <a:rPr lang="ko-KR" sz="3000" b="0" strike="noStrike" spc="-1" dirty="0">
                  <a:solidFill>
                    <a:srgbClr val="404040"/>
                  </a:solidFill>
                  <a:latin typeface="Noto Sans CJK KR"/>
                  <a:ea typeface="DejaVu Sans"/>
                </a:rPr>
                <a:t>을 활용한 주유 자동화 시스템</a:t>
              </a:r>
              <a:endParaRPr lang="en-US" sz="3000" b="0" strike="noStrike" spc="-1" dirty="0">
                <a:latin typeface="Noto Sans CJK KR"/>
              </a:endParaRPr>
            </a:p>
          </p:txBody>
        </p:sp>
      </p:grpSp>
      <p:sp>
        <p:nvSpPr>
          <p:cNvPr id="191" name="TextBox 10"/>
          <p:cNvSpPr/>
          <p:nvPr/>
        </p:nvSpPr>
        <p:spPr>
          <a:xfrm>
            <a:off x="0" y="0"/>
            <a:ext cx="12191400" cy="430200"/>
          </a:xfrm>
          <a:prstGeom prst="rect">
            <a:avLst/>
          </a:prstGeom>
          <a:solidFill>
            <a:srgbClr val="FFD8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1600" b="1" strike="noStrike" spc="596">
                <a:solidFill>
                  <a:srgbClr val="3378C8"/>
                </a:solidFill>
                <a:latin typeface="맑은 고딕"/>
                <a:ea typeface="맑은 고딕"/>
              </a:rPr>
              <a:t>K-Digital Training</a:t>
            </a:r>
            <a:endParaRPr lang="en-US" sz="1600" b="0" strike="noStrike" spc="-1">
              <a:latin typeface="Noto Sans CJK KR"/>
            </a:endParaRPr>
          </a:p>
        </p:txBody>
      </p:sp>
      <p:pic>
        <p:nvPicPr>
          <p:cNvPr id="192" name="그래픽 82"/>
          <p:cNvPicPr/>
          <p:nvPr/>
        </p:nvPicPr>
        <p:blipFill>
          <a:blip r:embed="rId4"/>
          <a:stretch/>
        </p:blipFill>
        <p:spPr>
          <a:xfrm>
            <a:off x="-160200" y="3915000"/>
            <a:ext cx="7469280" cy="3682080"/>
          </a:xfrm>
          <a:prstGeom prst="rect">
            <a:avLst/>
          </a:prstGeom>
          <a:ln w="0">
            <a:noFill/>
          </a:ln>
        </p:spPr>
      </p:pic>
      <p:pic>
        <p:nvPicPr>
          <p:cNvPr id="193" name="그래픽 34"/>
          <p:cNvPicPr/>
          <p:nvPr/>
        </p:nvPicPr>
        <p:blipFill>
          <a:blip r:embed="rId5"/>
          <a:srcRect l="21661" b="17379"/>
          <a:stretch/>
        </p:blipFill>
        <p:spPr>
          <a:xfrm>
            <a:off x="0" y="1229760"/>
            <a:ext cx="6615720" cy="5640480"/>
          </a:xfrm>
          <a:prstGeom prst="rect">
            <a:avLst/>
          </a:prstGeom>
          <a:ln w="0">
            <a:noFill/>
          </a:ln>
        </p:spPr>
      </p:pic>
      <p:grpSp>
        <p:nvGrpSpPr>
          <p:cNvPr id="194" name="그룹 46"/>
          <p:cNvGrpSpPr/>
          <p:nvPr/>
        </p:nvGrpSpPr>
        <p:grpSpPr>
          <a:xfrm>
            <a:off x="396360" y="2177280"/>
            <a:ext cx="1046520" cy="1046880"/>
            <a:chOff x="396360" y="2177280"/>
            <a:chExt cx="1046520" cy="1046880"/>
          </a:xfrm>
        </p:grpSpPr>
        <p:sp>
          <p:nvSpPr>
            <p:cNvPr id="195" name="자유형: 도형 44"/>
            <p:cNvSpPr/>
            <p:nvPr/>
          </p:nvSpPr>
          <p:spPr>
            <a:xfrm>
              <a:off x="396360" y="2177280"/>
              <a:ext cx="1046520" cy="1046880"/>
            </a:xfrm>
            <a:custGeom>
              <a:avLst/>
              <a:gdLst/>
              <a:ahLst/>
              <a:cxnLst/>
              <a:rect l="l" t="t" r="r" b="b"/>
              <a:pathLst>
                <a:path w="1047217" h="1047469">
                  <a:moveTo>
                    <a:pt x="1047155" y="563441"/>
                  </a:moveTo>
                  <a:lnTo>
                    <a:pt x="1047155" y="483903"/>
                  </a:lnTo>
                  <a:cubicBezTo>
                    <a:pt x="1047155" y="453509"/>
                    <a:pt x="1022488" y="428842"/>
                    <a:pt x="992095" y="428842"/>
                  </a:cubicBezTo>
                  <a:lnTo>
                    <a:pt x="942257" y="428842"/>
                  </a:lnTo>
                  <a:cubicBezTo>
                    <a:pt x="918723" y="428842"/>
                    <a:pt x="897328" y="414243"/>
                    <a:pt x="889651" y="391967"/>
                  </a:cubicBezTo>
                  <a:cubicBezTo>
                    <a:pt x="885498" y="379948"/>
                    <a:pt x="880778" y="368181"/>
                    <a:pt x="875555" y="356666"/>
                  </a:cubicBezTo>
                  <a:cubicBezTo>
                    <a:pt x="866053" y="335900"/>
                    <a:pt x="869955" y="311422"/>
                    <a:pt x="886127" y="295250"/>
                  </a:cubicBezTo>
                  <a:lnTo>
                    <a:pt x="921995" y="259382"/>
                  </a:lnTo>
                  <a:cubicBezTo>
                    <a:pt x="943516" y="237861"/>
                    <a:pt x="943516" y="203000"/>
                    <a:pt x="921995" y="181479"/>
                  </a:cubicBezTo>
                  <a:lnTo>
                    <a:pt x="865739" y="125223"/>
                  </a:lnTo>
                  <a:cubicBezTo>
                    <a:pt x="844218" y="103702"/>
                    <a:pt x="809357" y="103702"/>
                    <a:pt x="787836" y="125223"/>
                  </a:cubicBezTo>
                  <a:lnTo>
                    <a:pt x="755870" y="157190"/>
                  </a:lnTo>
                  <a:cubicBezTo>
                    <a:pt x="739194" y="173865"/>
                    <a:pt x="713772" y="178144"/>
                    <a:pt x="692692" y="167698"/>
                  </a:cubicBezTo>
                  <a:cubicBezTo>
                    <a:pt x="680106" y="161406"/>
                    <a:pt x="667144" y="155805"/>
                    <a:pt x="653866" y="150897"/>
                  </a:cubicBezTo>
                  <a:cubicBezTo>
                    <a:pt x="632471" y="142968"/>
                    <a:pt x="618439" y="122266"/>
                    <a:pt x="618439" y="99486"/>
                  </a:cubicBezTo>
                  <a:lnTo>
                    <a:pt x="618439" y="55060"/>
                  </a:lnTo>
                  <a:cubicBezTo>
                    <a:pt x="618439" y="24667"/>
                    <a:pt x="593772" y="0"/>
                    <a:pt x="563378" y="0"/>
                  </a:cubicBezTo>
                  <a:lnTo>
                    <a:pt x="483840" y="0"/>
                  </a:lnTo>
                  <a:cubicBezTo>
                    <a:pt x="453446" y="0"/>
                    <a:pt x="428779" y="24667"/>
                    <a:pt x="428779" y="55060"/>
                  </a:cubicBezTo>
                  <a:lnTo>
                    <a:pt x="428779" y="95522"/>
                  </a:lnTo>
                  <a:cubicBezTo>
                    <a:pt x="428779" y="118931"/>
                    <a:pt x="414054" y="140011"/>
                    <a:pt x="391904" y="147499"/>
                  </a:cubicBezTo>
                  <a:cubicBezTo>
                    <a:pt x="377368" y="152407"/>
                    <a:pt x="363210" y="158134"/>
                    <a:pt x="349555" y="164615"/>
                  </a:cubicBezTo>
                  <a:cubicBezTo>
                    <a:pt x="328727" y="174494"/>
                    <a:pt x="303934" y="169838"/>
                    <a:pt x="287636" y="153540"/>
                  </a:cubicBezTo>
                  <a:lnTo>
                    <a:pt x="259382" y="125286"/>
                  </a:lnTo>
                  <a:cubicBezTo>
                    <a:pt x="237861" y="103765"/>
                    <a:pt x="203000" y="103765"/>
                    <a:pt x="181479" y="125286"/>
                  </a:cubicBezTo>
                  <a:lnTo>
                    <a:pt x="125223" y="181542"/>
                  </a:lnTo>
                  <a:cubicBezTo>
                    <a:pt x="103702" y="203063"/>
                    <a:pt x="103702" y="237924"/>
                    <a:pt x="125223" y="259445"/>
                  </a:cubicBezTo>
                  <a:lnTo>
                    <a:pt x="152785" y="287006"/>
                  </a:lnTo>
                  <a:cubicBezTo>
                    <a:pt x="169146" y="303367"/>
                    <a:pt x="173802" y="328349"/>
                    <a:pt x="163734" y="349240"/>
                  </a:cubicBezTo>
                  <a:cubicBezTo>
                    <a:pt x="157001" y="363147"/>
                    <a:pt x="151149" y="377557"/>
                    <a:pt x="146052" y="392345"/>
                  </a:cubicBezTo>
                  <a:cubicBezTo>
                    <a:pt x="138501" y="414369"/>
                    <a:pt x="117483" y="428905"/>
                    <a:pt x="94201" y="428905"/>
                  </a:cubicBezTo>
                  <a:lnTo>
                    <a:pt x="55060" y="428905"/>
                  </a:lnTo>
                  <a:cubicBezTo>
                    <a:pt x="24667" y="428905"/>
                    <a:pt x="0" y="453572"/>
                    <a:pt x="0" y="483965"/>
                  </a:cubicBezTo>
                  <a:lnTo>
                    <a:pt x="0" y="563504"/>
                  </a:lnTo>
                  <a:cubicBezTo>
                    <a:pt x="0" y="593898"/>
                    <a:pt x="24667" y="618565"/>
                    <a:pt x="55060" y="618565"/>
                  </a:cubicBezTo>
                  <a:lnTo>
                    <a:pt x="96781" y="618565"/>
                  </a:lnTo>
                  <a:cubicBezTo>
                    <a:pt x="119686" y="618565"/>
                    <a:pt x="140451" y="632597"/>
                    <a:pt x="148254" y="654118"/>
                  </a:cubicBezTo>
                  <a:cubicBezTo>
                    <a:pt x="153351" y="668088"/>
                    <a:pt x="159203" y="681680"/>
                    <a:pt x="165748" y="694894"/>
                  </a:cubicBezTo>
                  <a:cubicBezTo>
                    <a:pt x="176256" y="715974"/>
                    <a:pt x="171851" y="741397"/>
                    <a:pt x="155239" y="758009"/>
                  </a:cubicBezTo>
                  <a:lnTo>
                    <a:pt x="125223" y="788025"/>
                  </a:lnTo>
                  <a:cubicBezTo>
                    <a:pt x="103702" y="809546"/>
                    <a:pt x="103702" y="844407"/>
                    <a:pt x="125223" y="865928"/>
                  </a:cubicBezTo>
                  <a:lnTo>
                    <a:pt x="181479" y="922184"/>
                  </a:lnTo>
                  <a:cubicBezTo>
                    <a:pt x="203000" y="943704"/>
                    <a:pt x="237861" y="943704"/>
                    <a:pt x="259382" y="922184"/>
                  </a:cubicBezTo>
                  <a:lnTo>
                    <a:pt x="292733" y="888833"/>
                  </a:lnTo>
                  <a:cubicBezTo>
                    <a:pt x="309219" y="872346"/>
                    <a:pt x="334075" y="868382"/>
                    <a:pt x="355218" y="878072"/>
                  </a:cubicBezTo>
                  <a:cubicBezTo>
                    <a:pt x="366923" y="883421"/>
                    <a:pt x="378879" y="888140"/>
                    <a:pt x="391149" y="892357"/>
                  </a:cubicBezTo>
                  <a:cubicBezTo>
                    <a:pt x="413425" y="899971"/>
                    <a:pt x="428779" y="920422"/>
                    <a:pt x="428779" y="943956"/>
                  </a:cubicBezTo>
                  <a:lnTo>
                    <a:pt x="428779" y="992409"/>
                  </a:lnTo>
                  <a:cubicBezTo>
                    <a:pt x="428779" y="1022803"/>
                    <a:pt x="453446" y="1047470"/>
                    <a:pt x="483840" y="1047470"/>
                  </a:cubicBezTo>
                  <a:lnTo>
                    <a:pt x="563378" y="1047470"/>
                  </a:lnTo>
                  <a:cubicBezTo>
                    <a:pt x="593772" y="1047470"/>
                    <a:pt x="618439" y="1022803"/>
                    <a:pt x="618439" y="992409"/>
                  </a:cubicBezTo>
                  <a:lnTo>
                    <a:pt x="618439" y="939992"/>
                  </a:lnTo>
                  <a:cubicBezTo>
                    <a:pt x="618439" y="917024"/>
                    <a:pt x="633038" y="896887"/>
                    <a:pt x="654621" y="888896"/>
                  </a:cubicBezTo>
                  <a:cubicBezTo>
                    <a:pt x="666326" y="884554"/>
                    <a:pt x="677715" y="879708"/>
                    <a:pt x="688853" y="874360"/>
                  </a:cubicBezTo>
                  <a:cubicBezTo>
                    <a:pt x="709682" y="864291"/>
                    <a:pt x="734663" y="869011"/>
                    <a:pt x="751024" y="885372"/>
                  </a:cubicBezTo>
                  <a:lnTo>
                    <a:pt x="787899" y="922247"/>
                  </a:lnTo>
                  <a:cubicBezTo>
                    <a:pt x="809420" y="943767"/>
                    <a:pt x="844281" y="943767"/>
                    <a:pt x="865802" y="922247"/>
                  </a:cubicBezTo>
                  <a:lnTo>
                    <a:pt x="922058" y="865990"/>
                  </a:lnTo>
                  <a:cubicBezTo>
                    <a:pt x="943578" y="844470"/>
                    <a:pt x="943578" y="809609"/>
                    <a:pt x="922058" y="788088"/>
                  </a:cubicBezTo>
                  <a:lnTo>
                    <a:pt x="884428" y="750458"/>
                  </a:lnTo>
                  <a:cubicBezTo>
                    <a:pt x="868130" y="734160"/>
                    <a:pt x="863410" y="709367"/>
                    <a:pt x="873290" y="688602"/>
                  </a:cubicBezTo>
                  <a:cubicBezTo>
                    <a:pt x="878576" y="677526"/>
                    <a:pt x="883295" y="666200"/>
                    <a:pt x="887511" y="654621"/>
                  </a:cubicBezTo>
                  <a:cubicBezTo>
                    <a:pt x="895440" y="632849"/>
                    <a:pt x="916583" y="618628"/>
                    <a:pt x="939803" y="618628"/>
                  </a:cubicBezTo>
                  <a:lnTo>
                    <a:pt x="992158" y="618628"/>
                  </a:lnTo>
                  <a:cubicBezTo>
                    <a:pt x="1022551" y="618628"/>
                    <a:pt x="1047218" y="593960"/>
                    <a:pt x="1047218" y="563567"/>
                  </a:cubicBezTo>
                  <a:close/>
                </a:path>
              </a:pathLst>
            </a:custGeom>
            <a:solidFill>
              <a:srgbClr val="FFD85C"/>
            </a:solidFill>
            <a:ln w="6254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sp>
          <p:nvSpPr>
            <p:cNvPr id="196" name="자유형: 도형 45"/>
            <p:cNvSpPr/>
            <p:nvPr/>
          </p:nvSpPr>
          <p:spPr>
            <a:xfrm>
              <a:off x="720720" y="2502000"/>
              <a:ext cx="397080" cy="397080"/>
            </a:xfrm>
            <a:custGeom>
              <a:avLst/>
              <a:gdLst/>
              <a:ahLst/>
              <a:cxnLst/>
              <a:rect l="l" t="t" r="r" b="b"/>
              <a:pathLst>
                <a:path w="397819" h="397819">
                  <a:moveTo>
                    <a:pt x="397819" y="198910"/>
                  </a:moveTo>
                  <a:cubicBezTo>
                    <a:pt x="397819" y="308779"/>
                    <a:pt x="308779" y="397819"/>
                    <a:pt x="198910" y="397819"/>
                  </a:cubicBezTo>
                  <a:cubicBezTo>
                    <a:pt x="89041" y="397819"/>
                    <a:pt x="0" y="308779"/>
                    <a:pt x="0" y="198910"/>
                  </a:cubicBezTo>
                  <a:cubicBezTo>
                    <a:pt x="0" y="89041"/>
                    <a:pt x="89041" y="0"/>
                    <a:pt x="198910" y="0"/>
                  </a:cubicBezTo>
                  <a:cubicBezTo>
                    <a:pt x="308779" y="0"/>
                    <a:pt x="397819" y="89041"/>
                    <a:pt x="397819" y="198910"/>
                  </a:cubicBezTo>
                  <a:close/>
                </a:path>
              </a:pathLst>
            </a:custGeom>
            <a:solidFill>
              <a:srgbClr val="3378C8"/>
            </a:solidFill>
            <a:ln w="6254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pic>
        <p:nvPicPr>
          <p:cNvPr id="197" name="그래픽 80"/>
          <p:cNvPicPr/>
          <p:nvPr/>
        </p:nvPicPr>
        <p:blipFill>
          <a:blip r:embed="rId6"/>
          <a:stretch/>
        </p:blipFill>
        <p:spPr>
          <a:xfrm>
            <a:off x="4528800" y="5509080"/>
            <a:ext cx="335160" cy="335160"/>
          </a:xfrm>
          <a:prstGeom prst="rect">
            <a:avLst/>
          </a:prstGeom>
          <a:ln w="0">
            <a:noFill/>
          </a:ln>
        </p:spPr>
      </p:pic>
      <p:pic>
        <p:nvPicPr>
          <p:cNvPr id="198" name="그래픽 84"/>
          <p:cNvPicPr/>
          <p:nvPr/>
        </p:nvPicPr>
        <p:blipFill>
          <a:blip r:embed="rId7"/>
          <a:stretch/>
        </p:blipFill>
        <p:spPr>
          <a:xfrm>
            <a:off x="920160" y="5818680"/>
            <a:ext cx="320760" cy="320760"/>
          </a:xfrm>
          <a:prstGeom prst="rect">
            <a:avLst/>
          </a:prstGeom>
          <a:ln w="0">
            <a:noFill/>
          </a:ln>
        </p:spPr>
      </p:pic>
      <p:grpSp>
        <p:nvGrpSpPr>
          <p:cNvPr id="199" name="그룹 4"/>
          <p:cNvGrpSpPr/>
          <p:nvPr/>
        </p:nvGrpSpPr>
        <p:grpSpPr>
          <a:xfrm>
            <a:off x="6747120" y="3882960"/>
            <a:ext cx="5235480" cy="1649859"/>
            <a:chOff x="6747120" y="3882960"/>
            <a:chExt cx="5235480" cy="1649859"/>
          </a:xfrm>
        </p:grpSpPr>
        <p:pic>
          <p:nvPicPr>
            <p:cNvPr id="200" name="그래픽 90"/>
            <p:cNvPicPr/>
            <p:nvPr/>
          </p:nvPicPr>
          <p:blipFill>
            <a:blip r:embed="rId8"/>
            <a:stretch/>
          </p:blipFill>
          <p:spPr>
            <a:xfrm rot="10800000" flipH="1">
              <a:off x="6747120" y="3882960"/>
              <a:ext cx="1663200" cy="7041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01" name="TextBox 1"/>
            <p:cNvSpPr/>
            <p:nvPr/>
          </p:nvSpPr>
          <p:spPr>
            <a:xfrm>
              <a:off x="6810840" y="4028040"/>
              <a:ext cx="5157720" cy="965457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0" rIns="90000" bIns="0" anchor="t">
              <a:spAutoFit/>
            </a:bodyPr>
            <a:lstStyle/>
            <a:p>
              <a:pPr>
                <a:lnSpc>
                  <a:spcPct val="150000"/>
                </a:lnSpc>
                <a:buNone/>
              </a:pPr>
              <a:r>
                <a:rPr lang="en-US" sz="2400" b="1" strike="noStrike" spc="-1" dirty="0">
                  <a:solidFill>
                    <a:srgbClr val="FFFFFF"/>
                  </a:solidFill>
                  <a:latin typeface="맑은 고딕"/>
                  <a:ea typeface="맑은 고딕"/>
                </a:rPr>
                <a:t>   E-2</a:t>
              </a:r>
              <a:r>
                <a:rPr lang="ko-KR" sz="2400" b="1" strike="noStrike" spc="-1" dirty="0">
                  <a:solidFill>
                    <a:srgbClr val="FFFFFF"/>
                  </a:solidFill>
                  <a:latin typeface="맑은 고딕"/>
                  <a:ea typeface="맑은 고딕"/>
                </a:rPr>
                <a:t>조</a:t>
              </a:r>
              <a:r>
                <a:rPr lang="en-US" sz="2400" b="1" strike="noStrike" spc="-1" dirty="0">
                  <a:solidFill>
                    <a:srgbClr val="404040"/>
                  </a:solidFill>
                  <a:latin typeface="맑은 고딕"/>
                  <a:ea typeface="맑은 고딕"/>
                </a:rPr>
                <a:t>      Explore</a:t>
              </a:r>
              <a:endParaRPr lang="en-US" sz="2400" b="0" strike="noStrike" spc="-1" dirty="0">
                <a:latin typeface="Noto Sans CJK KR"/>
              </a:endParaRPr>
            </a:p>
            <a:p>
              <a:pPr>
                <a:lnSpc>
                  <a:spcPct val="150000"/>
                </a:lnSpc>
                <a:buNone/>
              </a:pPr>
              <a:r>
                <a:rPr lang="ko-KR" sz="2000" b="1" strike="noStrike" spc="-1" dirty="0" err="1">
                  <a:solidFill>
                    <a:srgbClr val="404040"/>
                  </a:solidFill>
                  <a:latin typeface="맑은 고딕"/>
                  <a:ea typeface="맑은 고딕"/>
                </a:rPr>
                <a:t>전홍주</a:t>
              </a:r>
              <a:r>
                <a:rPr lang="en-US" sz="2000" b="1" strike="noStrike" spc="-1" dirty="0">
                  <a:solidFill>
                    <a:srgbClr val="404040"/>
                  </a:solidFill>
                  <a:latin typeface="맑은 고딕"/>
                  <a:ea typeface="맑은 고딕"/>
                </a:rPr>
                <a:t>, </a:t>
              </a:r>
              <a:r>
                <a:rPr lang="ko-KR" sz="2000" b="1" strike="noStrike" spc="-1" dirty="0">
                  <a:solidFill>
                    <a:srgbClr val="404040"/>
                  </a:solidFill>
                  <a:latin typeface="맑은 고딕"/>
                  <a:ea typeface="맑은 고딕"/>
                </a:rPr>
                <a:t>김현종</a:t>
              </a:r>
              <a:r>
                <a:rPr lang="en-US" sz="2000" b="1" strike="noStrike" spc="-1" dirty="0">
                  <a:solidFill>
                    <a:srgbClr val="404040"/>
                  </a:solidFill>
                  <a:latin typeface="맑은 고딕"/>
                  <a:ea typeface="맑은 고딕"/>
                </a:rPr>
                <a:t>, </a:t>
              </a:r>
              <a:r>
                <a:rPr lang="ko-KR" sz="2000" b="1" strike="noStrike" spc="-1" dirty="0" err="1">
                  <a:solidFill>
                    <a:srgbClr val="404040"/>
                  </a:solidFill>
                  <a:latin typeface="맑은 고딕"/>
                  <a:ea typeface="맑은 고딕"/>
                </a:rPr>
                <a:t>안효원</a:t>
              </a:r>
              <a:r>
                <a:rPr lang="en-US" sz="2000" b="1" strike="noStrike" spc="-1" dirty="0">
                  <a:solidFill>
                    <a:srgbClr val="404040"/>
                  </a:solidFill>
                  <a:latin typeface="맑은 고딕"/>
                  <a:ea typeface="맑은 고딕"/>
                </a:rPr>
                <a:t>, </a:t>
              </a:r>
              <a:r>
                <a:rPr lang="ko-KR" sz="2000" b="1" strike="noStrike" spc="-1" dirty="0">
                  <a:solidFill>
                    <a:srgbClr val="404040"/>
                  </a:solidFill>
                  <a:latin typeface="맑은 고딕"/>
                  <a:ea typeface="맑은 고딕"/>
                </a:rPr>
                <a:t>정예찬</a:t>
              </a:r>
              <a:endParaRPr lang="en-US" sz="2000" b="0" strike="noStrike" spc="-1" dirty="0">
                <a:latin typeface="Noto Sans CJK KR"/>
              </a:endParaRPr>
            </a:p>
          </p:txBody>
        </p:sp>
        <p:sp>
          <p:nvSpPr>
            <p:cNvPr id="202" name="TextBox 79"/>
            <p:cNvSpPr/>
            <p:nvPr/>
          </p:nvSpPr>
          <p:spPr>
            <a:xfrm>
              <a:off x="6824880" y="5121360"/>
              <a:ext cx="5157720" cy="411459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0" rIns="90000" bIns="0" anchor="t">
              <a:spAutoFit/>
            </a:bodyPr>
            <a:lstStyle/>
            <a:p>
              <a:pPr>
                <a:lnSpc>
                  <a:spcPct val="150000"/>
                </a:lnSpc>
                <a:buNone/>
              </a:pPr>
              <a:endParaRPr lang="en-US" sz="2000" b="0" strike="noStrike" spc="-1" dirty="0">
                <a:latin typeface="Noto Sans CJK KR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그래픽 21"/>
          <p:cNvPicPr/>
          <p:nvPr/>
        </p:nvPicPr>
        <p:blipFill>
          <a:blip r:embed="rId2"/>
          <a:stretch/>
        </p:blipFill>
        <p:spPr>
          <a:xfrm>
            <a:off x="0" y="63360"/>
            <a:ext cx="12191400" cy="6857280"/>
          </a:xfrm>
          <a:prstGeom prst="rect">
            <a:avLst/>
          </a:prstGeom>
          <a:ln w="0">
            <a:noFill/>
          </a:ln>
        </p:spPr>
      </p:pic>
      <p:pic>
        <p:nvPicPr>
          <p:cNvPr id="204" name="그래픽 37"/>
          <p:cNvPicPr/>
          <p:nvPr/>
        </p:nvPicPr>
        <p:blipFill>
          <a:blip r:embed="rId3"/>
          <a:srcRect r="27518" b="23904"/>
          <a:stretch/>
        </p:blipFill>
        <p:spPr>
          <a:xfrm rot="10800000" flipH="1">
            <a:off x="7545960" y="720"/>
            <a:ext cx="4645080" cy="3295800"/>
          </a:xfrm>
          <a:prstGeom prst="rect">
            <a:avLst/>
          </a:prstGeom>
          <a:ln w="0">
            <a:noFill/>
          </a:ln>
        </p:spPr>
      </p:pic>
      <p:grpSp>
        <p:nvGrpSpPr>
          <p:cNvPr id="205" name="그룹 1"/>
          <p:cNvGrpSpPr/>
          <p:nvPr/>
        </p:nvGrpSpPr>
        <p:grpSpPr>
          <a:xfrm>
            <a:off x="870840" y="519120"/>
            <a:ext cx="2256120" cy="1259280"/>
            <a:chOff x="870840" y="519120"/>
            <a:chExt cx="2256120" cy="1259280"/>
          </a:xfrm>
        </p:grpSpPr>
        <p:sp>
          <p:nvSpPr>
            <p:cNvPr id="206" name="TextBox 14"/>
            <p:cNvSpPr/>
            <p:nvPr/>
          </p:nvSpPr>
          <p:spPr>
            <a:xfrm>
              <a:off x="875520" y="957600"/>
              <a:ext cx="2251440" cy="82080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ko-KR" sz="4800" b="0" strike="noStrike" spc="-1">
                  <a:solidFill>
                    <a:srgbClr val="404040"/>
                  </a:solidFill>
                  <a:latin typeface="맑은 고딕"/>
                  <a:ea typeface="맑은 고딕"/>
                </a:rPr>
                <a:t>목 차</a:t>
              </a:r>
              <a:endParaRPr lang="en-US" sz="4800" b="0" strike="noStrike" spc="-1">
                <a:latin typeface="Noto Sans CJK KR"/>
              </a:endParaRPr>
            </a:p>
          </p:txBody>
        </p:sp>
        <p:sp>
          <p:nvSpPr>
            <p:cNvPr id="207" name="TextBox 26"/>
            <p:cNvSpPr/>
            <p:nvPr/>
          </p:nvSpPr>
          <p:spPr>
            <a:xfrm>
              <a:off x="870840" y="519120"/>
              <a:ext cx="22514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>
                <a:lnSpc>
                  <a:spcPct val="100000"/>
                </a:lnSpc>
                <a:buNone/>
              </a:pPr>
              <a:r>
                <a:rPr lang="en-US" sz="1800" b="1" strike="noStrike" spc="-1">
                  <a:solidFill>
                    <a:srgbClr val="3378C8"/>
                  </a:solidFill>
                  <a:latin typeface="맑은 고딕"/>
                  <a:ea typeface="맑은 고딕"/>
                </a:rPr>
                <a:t>K-Digital Training</a:t>
              </a:r>
              <a:endParaRPr lang="en-US" sz="1800" b="0" strike="noStrike" spc="-1">
                <a:latin typeface="Noto Sans CJK KR"/>
              </a:endParaRPr>
            </a:p>
          </p:txBody>
        </p:sp>
      </p:grpSp>
      <p:grpSp>
        <p:nvGrpSpPr>
          <p:cNvPr id="208" name="그룹 2"/>
          <p:cNvGrpSpPr/>
          <p:nvPr/>
        </p:nvGrpSpPr>
        <p:grpSpPr>
          <a:xfrm>
            <a:off x="6242040" y="2376000"/>
            <a:ext cx="4444200" cy="577080"/>
            <a:chOff x="6242040" y="2376000"/>
            <a:chExt cx="4444200" cy="577080"/>
          </a:xfrm>
        </p:grpSpPr>
        <p:sp>
          <p:nvSpPr>
            <p:cNvPr id="209" name="TextBox 16"/>
            <p:cNvSpPr/>
            <p:nvPr/>
          </p:nvSpPr>
          <p:spPr>
            <a:xfrm>
              <a:off x="7013880" y="2514600"/>
              <a:ext cx="3672360" cy="304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0" rIns="90000" bIns="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ko-KR" sz="2000" b="1" strike="noStrike" spc="-1">
                  <a:solidFill>
                    <a:srgbClr val="404040"/>
                  </a:solidFill>
                  <a:latin typeface="맑은 고딕"/>
                  <a:ea typeface="맑은 고딕"/>
                </a:rPr>
                <a:t>프로젝트 개요</a:t>
              </a:r>
              <a:endParaRPr lang="en-US" sz="2000" b="0" strike="noStrike" spc="-1">
                <a:latin typeface="Noto Sans CJK KR"/>
              </a:endParaRPr>
            </a:p>
          </p:txBody>
        </p:sp>
        <p:sp>
          <p:nvSpPr>
            <p:cNvPr id="210" name="TextBox 28"/>
            <p:cNvSpPr/>
            <p:nvPr/>
          </p:nvSpPr>
          <p:spPr>
            <a:xfrm>
              <a:off x="6242040" y="2376000"/>
              <a:ext cx="747000" cy="57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3200" b="1" strike="noStrike" spc="-1">
                  <a:solidFill>
                    <a:srgbClr val="3378C8">
                      <a:alpha val="50000"/>
                    </a:srgbClr>
                  </a:solidFill>
                  <a:latin typeface="세방고딕 Bold"/>
                  <a:ea typeface="세방고딕 Bold"/>
                </a:rPr>
                <a:t>01</a:t>
              </a:r>
              <a:endParaRPr lang="en-US" sz="3200" b="0" strike="noStrike" spc="-1">
                <a:latin typeface="Noto Sans CJK KR"/>
              </a:endParaRPr>
            </a:p>
          </p:txBody>
        </p:sp>
      </p:grpSp>
      <p:grpSp>
        <p:nvGrpSpPr>
          <p:cNvPr id="211" name="그룹 3"/>
          <p:cNvGrpSpPr/>
          <p:nvPr/>
        </p:nvGrpSpPr>
        <p:grpSpPr>
          <a:xfrm>
            <a:off x="6242040" y="3175560"/>
            <a:ext cx="3976200" cy="577080"/>
            <a:chOff x="6242040" y="3175560"/>
            <a:chExt cx="3976200" cy="577080"/>
          </a:xfrm>
        </p:grpSpPr>
        <p:sp>
          <p:nvSpPr>
            <p:cNvPr id="212" name="TextBox 17"/>
            <p:cNvSpPr/>
            <p:nvPr/>
          </p:nvSpPr>
          <p:spPr>
            <a:xfrm>
              <a:off x="7013880" y="3315600"/>
              <a:ext cx="3204360" cy="304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0" rIns="90000" bIns="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ko-KR" sz="2000" b="1" strike="noStrike" spc="-1">
                  <a:solidFill>
                    <a:srgbClr val="404040"/>
                  </a:solidFill>
                  <a:latin typeface="맑은 고딕"/>
                  <a:ea typeface="맑은 고딕"/>
                </a:rPr>
                <a:t>프로젝트 팀 구성 및 역할</a:t>
              </a:r>
              <a:endParaRPr lang="en-US" sz="2000" b="0" strike="noStrike" spc="-1">
                <a:latin typeface="Noto Sans CJK KR"/>
              </a:endParaRPr>
            </a:p>
          </p:txBody>
        </p:sp>
        <p:sp>
          <p:nvSpPr>
            <p:cNvPr id="213" name="TextBox 29"/>
            <p:cNvSpPr/>
            <p:nvPr/>
          </p:nvSpPr>
          <p:spPr>
            <a:xfrm>
              <a:off x="6242040" y="3175560"/>
              <a:ext cx="763920" cy="57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3200" b="1" strike="noStrike" spc="-1">
                  <a:solidFill>
                    <a:srgbClr val="3378C8">
                      <a:alpha val="50000"/>
                    </a:srgbClr>
                  </a:solidFill>
                  <a:latin typeface="세방고딕 Bold"/>
                  <a:ea typeface="세방고딕 Bold"/>
                </a:rPr>
                <a:t>02</a:t>
              </a:r>
              <a:endParaRPr lang="en-US" sz="3200" b="0" strike="noStrike" spc="-1">
                <a:latin typeface="Noto Sans CJK KR"/>
              </a:endParaRPr>
            </a:p>
          </p:txBody>
        </p:sp>
      </p:grpSp>
      <p:grpSp>
        <p:nvGrpSpPr>
          <p:cNvPr id="214" name="그룹 4"/>
          <p:cNvGrpSpPr/>
          <p:nvPr/>
        </p:nvGrpSpPr>
        <p:grpSpPr>
          <a:xfrm>
            <a:off x="6242040" y="3974760"/>
            <a:ext cx="4185000" cy="577080"/>
            <a:chOff x="6242040" y="3974760"/>
            <a:chExt cx="4185000" cy="577080"/>
          </a:xfrm>
        </p:grpSpPr>
        <p:sp>
          <p:nvSpPr>
            <p:cNvPr id="215" name="TextBox 18"/>
            <p:cNvSpPr/>
            <p:nvPr/>
          </p:nvSpPr>
          <p:spPr>
            <a:xfrm>
              <a:off x="7013880" y="4116600"/>
              <a:ext cx="3413160" cy="304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0" rIns="90000" bIns="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ko-KR" sz="2000" b="1" strike="noStrike" spc="-1" dirty="0">
                  <a:solidFill>
                    <a:srgbClr val="404040"/>
                  </a:solidFill>
                  <a:latin typeface="맑은 고딕"/>
                  <a:ea typeface="맑은 고딕"/>
                </a:rPr>
                <a:t>프로젝트 수행 절차 및 방법</a:t>
              </a:r>
              <a:endParaRPr lang="en-US" sz="2000" b="0" strike="noStrike" spc="-1" dirty="0">
                <a:latin typeface="Noto Sans CJK KR"/>
              </a:endParaRPr>
            </a:p>
          </p:txBody>
        </p:sp>
        <p:sp>
          <p:nvSpPr>
            <p:cNvPr id="216" name="TextBox 30"/>
            <p:cNvSpPr/>
            <p:nvPr/>
          </p:nvSpPr>
          <p:spPr>
            <a:xfrm>
              <a:off x="6242040" y="3974760"/>
              <a:ext cx="763920" cy="57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3200" b="1" strike="noStrike" spc="-1">
                  <a:solidFill>
                    <a:srgbClr val="3378C8">
                      <a:alpha val="50000"/>
                    </a:srgbClr>
                  </a:solidFill>
                  <a:latin typeface="세방고딕 Bold"/>
                  <a:ea typeface="세방고딕 Bold"/>
                </a:rPr>
                <a:t>03</a:t>
              </a:r>
              <a:endParaRPr lang="en-US" sz="3200" b="0" strike="noStrike" spc="-1">
                <a:latin typeface="Noto Sans CJK KR"/>
              </a:endParaRPr>
            </a:p>
          </p:txBody>
        </p:sp>
      </p:grpSp>
      <p:grpSp>
        <p:nvGrpSpPr>
          <p:cNvPr id="217" name="그룹 6"/>
          <p:cNvGrpSpPr/>
          <p:nvPr/>
        </p:nvGrpSpPr>
        <p:grpSpPr>
          <a:xfrm>
            <a:off x="6242040" y="4773960"/>
            <a:ext cx="3255840" cy="577080"/>
            <a:chOff x="6242040" y="4773960"/>
            <a:chExt cx="3255840" cy="577080"/>
          </a:xfrm>
        </p:grpSpPr>
        <p:sp>
          <p:nvSpPr>
            <p:cNvPr id="218" name="TextBox 19"/>
            <p:cNvSpPr/>
            <p:nvPr/>
          </p:nvSpPr>
          <p:spPr>
            <a:xfrm>
              <a:off x="7013880" y="4917960"/>
              <a:ext cx="2484000" cy="304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0" rIns="90000" bIns="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ko-KR" sz="2000" b="1" strike="noStrike" spc="-1">
                  <a:solidFill>
                    <a:srgbClr val="404040"/>
                  </a:solidFill>
                  <a:latin typeface="맑은 고딕"/>
                  <a:ea typeface="맑은 고딕"/>
                </a:rPr>
                <a:t>프로젝트 수행 경과</a:t>
              </a:r>
              <a:endParaRPr lang="en-US" sz="2000" b="0" strike="noStrike" spc="-1">
                <a:latin typeface="Noto Sans CJK KR"/>
              </a:endParaRPr>
            </a:p>
          </p:txBody>
        </p:sp>
        <p:sp>
          <p:nvSpPr>
            <p:cNvPr id="219" name="TextBox 31"/>
            <p:cNvSpPr/>
            <p:nvPr/>
          </p:nvSpPr>
          <p:spPr>
            <a:xfrm>
              <a:off x="6242040" y="4773960"/>
              <a:ext cx="763920" cy="57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3200" b="1" strike="noStrike" spc="-1">
                  <a:solidFill>
                    <a:srgbClr val="3378C8">
                      <a:alpha val="50000"/>
                    </a:srgbClr>
                  </a:solidFill>
                  <a:latin typeface="세방고딕 Bold"/>
                  <a:ea typeface="세방고딕 Bold"/>
                </a:rPr>
                <a:t>04</a:t>
              </a:r>
              <a:endParaRPr lang="en-US" sz="3200" b="0" strike="noStrike" spc="-1">
                <a:latin typeface="Noto Sans CJK KR"/>
              </a:endParaRPr>
            </a:p>
          </p:txBody>
        </p:sp>
      </p:grpSp>
      <p:grpSp>
        <p:nvGrpSpPr>
          <p:cNvPr id="220" name="그룹 7"/>
          <p:cNvGrpSpPr/>
          <p:nvPr/>
        </p:nvGrpSpPr>
        <p:grpSpPr>
          <a:xfrm>
            <a:off x="6242040" y="5573160"/>
            <a:ext cx="3976200" cy="577080"/>
            <a:chOff x="6242040" y="5573160"/>
            <a:chExt cx="3976200" cy="577080"/>
          </a:xfrm>
        </p:grpSpPr>
        <p:sp>
          <p:nvSpPr>
            <p:cNvPr id="221" name="TextBox 20"/>
            <p:cNvSpPr/>
            <p:nvPr/>
          </p:nvSpPr>
          <p:spPr>
            <a:xfrm>
              <a:off x="7013880" y="5718960"/>
              <a:ext cx="3204360" cy="304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0" rIns="90000" bIns="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ko-KR" sz="2000" b="1" strike="noStrike" spc="-1">
                  <a:solidFill>
                    <a:srgbClr val="404040"/>
                  </a:solidFill>
                  <a:latin typeface="맑은 고딕"/>
                  <a:ea typeface="맑은 고딕"/>
                </a:rPr>
                <a:t>자체 평가 의견</a:t>
              </a:r>
              <a:endParaRPr lang="en-US" sz="2000" b="0" strike="noStrike" spc="-1">
                <a:latin typeface="Noto Sans CJK KR"/>
              </a:endParaRPr>
            </a:p>
          </p:txBody>
        </p:sp>
        <p:sp>
          <p:nvSpPr>
            <p:cNvPr id="222" name="TextBox 32"/>
            <p:cNvSpPr/>
            <p:nvPr/>
          </p:nvSpPr>
          <p:spPr>
            <a:xfrm>
              <a:off x="6242040" y="5573160"/>
              <a:ext cx="763920" cy="57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3200" b="1" strike="noStrike" spc="-1">
                  <a:solidFill>
                    <a:srgbClr val="3378C8">
                      <a:alpha val="50000"/>
                    </a:srgbClr>
                  </a:solidFill>
                  <a:latin typeface="세방고딕 Bold"/>
                  <a:ea typeface="세방고딕 Bold"/>
                </a:rPr>
                <a:t>05</a:t>
              </a:r>
              <a:endParaRPr lang="en-US" sz="3200" b="0" strike="noStrike" spc="-1">
                <a:latin typeface="Noto Sans CJK KR"/>
              </a:endParaRPr>
            </a:p>
          </p:txBody>
        </p:sp>
      </p:grpSp>
      <p:sp>
        <p:nvSpPr>
          <p:cNvPr id="223" name="TextBox 15"/>
          <p:cNvSpPr/>
          <p:nvPr/>
        </p:nvSpPr>
        <p:spPr>
          <a:xfrm>
            <a:off x="0" y="6743880"/>
            <a:ext cx="12191400" cy="113760"/>
          </a:xfrm>
          <a:prstGeom prst="rect">
            <a:avLst/>
          </a:prstGeom>
          <a:solidFill>
            <a:srgbClr val="FFD8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24" name="그래픽 41"/>
          <p:cNvPicPr/>
          <p:nvPr/>
        </p:nvPicPr>
        <p:blipFill>
          <a:blip r:embed="rId4"/>
          <a:stretch/>
        </p:blipFill>
        <p:spPr>
          <a:xfrm>
            <a:off x="-1042560" y="4289040"/>
            <a:ext cx="142200" cy="142200"/>
          </a:xfrm>
          <a:prstGeom prst="rect">
            <a:avLst/>
          </a:prstGeom>
          <a:ln w="0">
            <a:noFill/>
          </a:ln>
        </p:spPr>
      </p:pic>
      <p:pic>
        <p:nvPicPr>
          <p:cNvPr id="225" name="그래픽 49"/>
          <p:cNvPicPr/>
          <p:nvPr/>
        </p:nvPicPr>
        <p:blipFill>
          <a:blip r:embed="rId5"/>
          <a:stretch/>
        </p:blipFill>
        <p:spPr>
          <a:xfrm>
            <a:off x="11072880" y="1555200"/>
            <a:ext cx="232560" cy="232560"/>
          </a:xfrm>
          <a:prstGeom prst="rect">
            <a:avLst/>
          </a:prstGeom>
          <a:ln w="0">
            <a:noFill/>
          </a:ln>
        </p:spPr>
      </p:pic>
      <p:pic>
        <p:nvPicPr>
          <p:cNvPr id="226" name="그래픽 51"/>
          <p:cNvPicPr/>
          <p:nvPr/>
        </p:nvPicPr>
        <p:blipFill>
          <a:blip r:embed="rId6"/>
          <a:stretch/>
        </p:blipFill>
        <p:spPr>
          <a:xfrm rot="2700000">
            <a:off x="11933280" y="302040"/>
            <a:ext cx="343080" cy="343080"/>
          </a:xfrm>
          <a:prstGeom prst="rect">
            <a:avLst/>
          </a:prstGeom>
          <a:ln w="0">
            <a:noFill/>
          </a:ln>
        </p:spPr>
      </p:pic>
      <p:grpSp>
        <p:nvGrpSpPr>
          <p:cNvPr id="227" name="그룹 8"/>
          <p:cNvGrpSpPr/>
          <p:nvPr/>
        </p:nvGrpSpPr>
        <p:grpSpPr>
          <a:xfrm>
            <a:off x="296640" y="1043280"/>
            <a:ext cx="6160320" cy="4370760"/>
            <a:chOff x="296640" y="1043280"/>
            <a:chExt cx="6160320" cy="4370760"/>
          </a:xfrm>
        </p:grpSpPr>
        <p:pic>
          <p:nvPicPr>
            <p:cNvPr id="228" name="그래픽 24"/>
            <p:cNvPicPr/>
            <p:nvPr/>
          </p:nvPicPr>
          <p:blipFill>
            <a:blip r:embed="rId7"/>
            <a:stretch/>
          </p:blipFill>
          <p:spPr>
            <a:xfrm>
              <a:off x="346320" y="1043280"/>
              <a:ext cx="6110640" cy="343332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29" name="그래픽 39"/>
            <p:cNvPicPr/>
            <p:nvPr/>
          </p:nvPicPr>
          <p:blipFill>
            <a:blip r:embed="rId8"/>
            <a:stretch/>
          </p:blipFill>
          <p:spPr>
            <a:xfrm>
              <a:off x="3709440" y="5176800"/>
              <a:ext cx="237240" cy="23724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30" name="그래픽 45"/>
            <p:cNvPicPr/>
            <p:nvPr/>
          </p:nvPicPr>
          <p:blipFill>
            <a:blip r:embed="rId9"/>
            <a:stretch/>
          </p:blipFill>
          <p:spPr>
            <a:xfrm>
              <a:off x="4538160" y="4298400"/>
              <a:ext cx="106200" cy="10620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31" name="그래픽 47"/>
            <p:cNvPicPr/>
            <p:nvPr/>
          </p:nvPicPr>
          <p:blipFill>
            <a:blip r:embed="rId10"/>
            <a:stretch/>
          </p:blipFill>
          <p:spPr>
            <a:xfrm>
              <a:off x="1203480" y="2752200"/>
              <a:ext cx="319680" cy="319680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232" name="그래픽 53"/>
            <p:cNvPicPr/>
            <p:nvPr/>
          </p:nvPicPr>
          <p:blipFill>
            <a:blip r:embed="rId11"/>
            <a:stretch/>
          </p:blipFill>
          <p:spPr>
            <a:xfrm>
              <a:off x="296640" y="1824480"/>
              <a:ext cx="319680" cy="303480"/>
            </a:xfrm>
            <a:prstGeom prst="rect">
              <a:avLst/>
            </a:prstGeom>
            <a:ln w="0"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" name="그래픽 16"/>
          <p:cNvPicPr/>
          <p:nvPr/>
        </p:nvPicPr>
        <p:blipFill>
          <a:blip r:embed="rId2"/>
          <a:stretch/>
        </p:blipFill>
        <p:spPr>
          <a:xfrm>
            <a:off x="-3600" y="15883"/>
            <a:ext cx="12191400" cy="6857280"/>
          </a:xfrm>
          <a:prstGeom prst="rect">
            <a:avLst/>
          </a:prstGeom>
          <a:ln w="0">
            <a:noFill/>
          </a:ln>
        </p:spPr>
      </p:pic>
      <p:sp>
        <p:nvSpPr>
          <p:cNvPr id="234" name="사각형: 둥근 한쪽 모서리 17"/>
          <p:cNvSpPr/>
          <p:nvPr/>
        </p:nvSpPr>
        <p:spPr>
          <a:xfrm flipH="1" flipV="1">
            <a:off x="172800" y="69840"/>
            <a:ext cx="12017160" cy="122040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235" name="그룹 19"/>
          <p:cNvGrpSpPr/>
          <p:nvPr/>
        </p:nvGrpSpPr>
        <p:grpSpPr>
          <a:xfrm>
            <a:off x="376200" y="333360"/>
            <a:ext cx="5947560" cy="822960"/>
            <a:chOff x="376200" y="333360"/>
            <a:chExt cx="5947560" cy="822960"/>
          </a:xfrm>
        </p:grpSpPr>
        <p:sp>
          <p:nvSpPr>
            <p:cNvPr id="236" name="TextBox 21"/>
            <p:cNvSpPr/>
            <p:nvPr/>
          </p:nvSpPr>
          <p:spPr>
            <a:xfrm>
              <a:off x="1461600" y="366120"/>
              <a:ext cx="225144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1200" b="1" strike="noStrike" spc="-1">
                  <a:solidFill>
                    <a:srgbClr val="3378C8">
                      <a:alpha val="50000"/>
                    </a:srgbClr>
                  </a:solidFill>
                  <a:latin typeface="맑은 고딕"/>
                  <a:ea typeface="맑은 고딕"/>
                </a:rPr>
                <a:t>K-Digital Training</a:t>
              </a:r>
              <a:endParaRPr lang="en-US" sz="1200" b="0" strike="noStrike" spc="-1">
                <a:latin typeface="Noto Sans CJK KR"/>
              </a:endParaRPr>
            </a:p>
          </p:txBody>
        </p:sp>
        <p:sp>
          <p:nvSpPr>
            <p:cNvPr id="237" name="TextBox 22"/>
            <p:cNvSpPr/>
            <p:nvPr/>
          </p:nvSpPr>
          <p:spPr>
            <a:xfrm>
              <a:off x="1461600" y="585000"/>
              <a:ext cx="4862160" cy="516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ko-KR" sz="2800" b="1" strike="noStrike" spc="-1">
                  <a:solidFill>
                    <a:srgbClr val="404040"/>
                  </a:solidFill>
                  <a:latin typeface="맑은 고딕"/>
                  <a:ea typeface="맑은 고딕"/>
                </a:rPr>
                <a:t>프로젝트 개요</a:t>
              </a:r>
              <a:endParaRPr lang="en-US" sz="2800" b="0" strike="noStrike" spc="-1">
                <a:latin typeface="Noto Sans CJK KR"/>
              </a:endParaRPr>
            </a:p>
          </p:txBody>
        </p:sp>
        <p:sp>
          <p:nvSpPr>
            <p:cNvPr id="238" name="TextBox 24"/>
            <p:cNvSpPr/>
            <p:nvPr/>
          </p:nvSpPr>
          <p:spPr>
            <a:xfrm>
              <a:off x="376200" y="333360"/>
              <a:ext cx="1266120" cy="82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0" rIns="90000" bIns="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5400" b="0" strike="noStrike" spc="-1">
                  <a:solidFill>
                    <a:srgbClr val="3378C8"/>
                  </a:solidFill>
                  <a:latin typeface="세방고딕 Bold"/>
                  <a:ea typeface="세방고딕 Bold"/>
                </a:rPr>
                <a:t>01</a:t>
              </a:r>
              <a:endParaRPr lang="en-US" sz="5400" b="0" strike="noStrike" spc="-1">
                <a:latin typeface="Noto Sans CJK KR"/>
              </a:endParaRPr>
            </a:p>
          </p:txBody>
        </p:sp>
      </p:grpSp>
      <p:pic>
        <p:nvPicPr>
          <p:cNvPr id="239" name="그림 25"/>
          <p:cNvPicPr/>
          <p:nvPr/>
        </p:nvPicPr>
        <p:blipFill>
          <a:blip r:embed="rId3">
            <a:alphaModFix amt="27000"/>
          </a:blip>
          <a:stretch/>
        </p:blipFill>
        <p:spPr>
          <a:xfrm flipH="1">
            <a:off x="720" y="1917000"/>
            <a:ext cx="12191400" cy="232920"/>
          </a:xfrm>
          <a:prstGeom prst="rect">
            <a:avLst/>
          </a:prstGeom>
          <a:ln w="0">
            <a:noFill/>
          </a:ln>
        </p:spPr>
      </p:pic>
      <p:sp>
        <p:nvSpPr>
          <p:cNvPr id="241" name="TextBox 28"/>
          <p:cNvSpPr/>
          <p:nvPr/>
        </p:nvSpPr>
        <p:spPr>
          <a:xfrm>
            <a:off x="743760" y="1430280"/>
            <a:ext cx="103237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endParaRPr lang="en-US" sz="1800" b="0" strike="noStrike" spc="-1" dirty="0">
              <a:latin typeface="Noto Sans CJK KR"/>
            </a:endParaRPr>
          </a:p>
        </p:txBody>
      </p:sp>
      <p:sp>
        <p:nvSpPr>
          <p:cNvPr id="243" name="TextBox 30"/>
          <p:cNvSpPr/>
          <p:nvPr/>
        </p:nvSpPr>
        <p:spPr>
          <a:xfrm>
            <a:off x="0" y="0"/>
            <a:ext cx="12191400" cy="113760"/>
          </a:xfrm>
          <a:prstGeom prst="rect">
            <a:avLst/>
          </a:prstGeom>
          <a:solidFill>
            <a:srgbClr val="FFD8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44" name="TextBox 31"/>
          <p:cNvSpPr/>
          <p:nvPr/>
        </p:nvSpPr>
        <p:spPr>
          <a:xfrm>
            <a:off x="0" y="0"/>
            <a:ext cx="1335960" cy="113760"/>
          </a:xfrm>
          <a:prstGeom prst="rect">
            <a:avLst/>
          </a:prstGeom>
          <a:solidFill>
            <a:srgbClr val="3378C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45" name="그래픽 37"/>
          <p:cNvPicPr/>
          <p:nvPr/>
        </p:nvPicPr>
        <p:blipFill>
          <a:blip r:embed="rId4"/>
          <a:srcRect l="34970"/>
          <a:stretch/>
        </p:blipFill>
        <p:spPr>
          <a:xfrm rot="14660400">
            <a:off x="1440" y="5531040"/>
            <a:ext cx="1451880" cy="916560"/>
          </a:xfrm>
          <a:prstGeom prst="rect">
            <a:avLst/>
          </a:prstGeom>
          <a:ln w="0">
            <a:noFill/>
          </a:ln>
        </p:spPr>
      </p:pic>
      <p:pic>
        <p:nvPicPr>
          <p:cNvPr id="246" name="그래픽 76"/>
          <p:cNvPicPr/>
          <p:nvPr/>
        </p:nvPicPr>
        <p:blipFill>
          <a:blip r:embed="rId5"/>
          <a:stretch/>
        </p:blipFill>
        <p:spPr>
          <a:xfrm rot="21165600">
            <a:off x="8620920" y="4761360"/>
            <a:ext cx="3709800" cy="1868760"/>
          </a:xfrm>
          <a:prstGeom prst="rect">
            <a:avLst/>
          </a:prstGeom>
          <a:ln w="0">
            <a:noFill/>
          </a:ln>
        </p:spPr>
      </p:pic>
      <p:pic>
        <p:nvPicPr>
          <p:cNvPr id="247" name="그래픽 1"/>
          <p:cNvPicPr/>
          <p:nvPr/>
        </p:nvPicPr>
        <p:blipFill>
          <a:blip r:embed="rId6"/>
          <a:stretch/>
        </p:blipFill>
        <p:spPr>
          <a:xfrm>
            <a:off x="11690280" y="3164760"/>
            <a:ext cx="177840" cy="177840"/>
          </a:xfrm>
          <a:prstGeom prst="rect">
            <a:avLst/>
          </a:prstGeom>
          <a:ln w="0">
            <a:noFill/>
          </a:ln>
        </p:spPr>
      </p:pic>
      <p:pic>
        <p:nvPicPr>
          <p:cNvPr id="248" name="그래픽 2"/>
          <p:cNvPicPr/>
          <p:nvPr/>
        </p:nvPicPr>
        <p:blipFill>
          <a:blip r:embed="rId7"/>
          <a:stretch/>
        </p:blipFill>
        <p:spPr>
          <a:xfrm rot="20272200">
            <a:off x="386640" y="5443200"/>
            <a:ext cx="186120" cy="207000"/>
          </a:xfrm>
          <a:prstGeom prst="rect">
            <a:avLst/>
          </a:prstGeom>
          <a:ln w="0">
            <a:noFill/>
          </a:ln>
        </p:spPr>
      </p:pic>
      <p:pic>
        <p:nvPicPr>
          <p:cNvPr id="249" name="그래픽 3"/>
          <p:cNvPicPr/>
          <p:nvPr/>
        </p:nvPicPr>
        <p:blipFill>
          <a:blip r:embed="rId8"/>
          <a:srcRect l="44923"/>
          <a:stretch/>
        </p:blipFill>
        <p:spPr>
          <a:xfrm rot="10800000">
            <a:off x="11017080" y="4903920"/>
            <a:ext cx="1175040" cy="779400"/>
          </a:xfrm>
          <a:prstGeom prst="rect">
            <a:avLst/>
          </a:prstGeom>
          <a:ln w="0">
            <a:noFill/>
          </a:ln>
        </p:spPr>
      </p:pic>
      <p:pic>
        <p:nvPicPr>
          <p:cNvPr id="250" name="그래픽 4"/>
          <p:cNvPicPr/>
          <p:nvPr/>
        </p:nvPicPr>
        <p:blipFill>
          <a:blip r:embed="rId9"/>
          <a:srcRect l="45412"/>
          <a:stretch/>
        </p:blipFill>
        <p:spPr>
          <a:xfrm>
            <a:off x="0" y="3261960"/>
            <a:ext cx="2914200" cy="2846880"/>
          </a:xfrm>
          <a:prstGeom prst="rect">
            <a:avLst/>
          </a:prstGeom>
          <a:ln w="0">
            <a:noFill/>
          </a:ln>
        </p:spPr>
      </p:pic>
      <p:pic>
        <p:nvPicPr>
          <p:cNvPr id="251" name="그래픽 6"/>
          <p:cNvPicPr/>
          <p:nvPr/>
        </p:nvPicPr>
        <p:blipFill>
          <a:blip r:embed="rId10"/>
          <a:stretch/>
        </p:blipFill>
        <p:spPr>
          <a:xfrm>
            <a:off x="0" y="5934600"/>
            <a:ext cx="12191400" cy="922680"/>
          </a:xfrm>
          <a:prstGeom prst="rect">
            <a:avLst/>
          </a:prstGeom>
          <a:ln w="0">
            <a:noFill/>
          </a:ln>
        </p:spPr>
      </p:pic>
      <p:pic>
        <p:nvPicPr>
          <p:cNvPr id="252" name="그래픽 7"/>
          <p:cNvPicPr/>
          <p:nvPr/>
        </p:nvPicPr>
        <p:blipFill>
          <a:blip r:embed="rId11"/>
          <a:stretch/>
        </p:blipFill>
        <p:spPr>
          <a:xfrm>
            <a:off x="11672640" y="2241000"/>
            <a:ext cx="148680" cy="148680"/>
          </a:xfrm>
          <a:prstGeom prst="rect">
            <a:avLst/>
          </a:prstGeom>
          <a:ln w="0">
            <a:noFill/>
          </a:ln>
        </p:spPr>
      </p:pic>
      <p:grpSp>
        <p:nvGrpSpPr>
          <p:cNvPr id="253" name="그룹 13"/>
          <p:cNvGrpSpPr/>
          <p:nvPr/>
        </p:nvGrpSpPr>
        <p:grpSpPr>
          <a:xfrm>
            <a:off x="7338960" y="2344680"/>
            <a:ext cx="2121480" cy="3831840"/>
            <a:chOff x="7338960" y="2344680"/>
            <a:chExt cx="2121480" cy="3831840"/>
          </a:xfrm>
        </p:grpSpPr>
        <p:grpSp>
          <p:nvGrpSpPr>
            <p:cNvPr id="254" name="그룹 14"/>
            <p:cNvGrpSpPr/>
            <p:nvPr/>
          </p:nvGrpSpPr>
          <p:grpSpPr>
            <a:xfrm>
              <a:off x="7338960" y="2567520"/>
              <a:ext cx="2121480" cy="3609000"/>
              <a:chOff x="7338960" y="2567520"/>
              <a:chExt cx="2121480" cy="3609000"/>
            </a:xfrm>
          </p:grpSpPr>
          <p:sp>
            <p:nvSpPr>
              <p:cNvPr id="255" name="사각형: 둥근 위쪽 모서리 34"/>
              <p:cNvSpPr/>
              <p:nvPr/>
            </p:nvSpPr>
            <p:spPr>
              <a:xfrm>
                <a:off x="7338960" y="2567520"/>
                <a:ext cx="2121480" cy="3609000"/>
              </a:xfrm>
              <a:prstGeom prst="round2SameRect">
                <a:avLst>
                  <a:gd name="adj1" fmla="val 16667"/>
                  <a:gd name="adj2" fmla="val 0"/>
                </a:avLst>
              </a:prstGeom>
              <a:solidFill>
                <a:srgbClr val="FFFEFB"/>
              </a:solidFill>
              <a:ln>
                <a:noFill/>
              </a:ln>
              <a:effectLst>
                <a:outerShdw blurRad="63360" sx="102000" sy="102000" algn="ctr" rotWithShape="0">
                  <a:srgbClr val="FFD85C">
                    <a:alpha val="2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256" name="직사각형 38"/>
              <p:cNvSpPr/>
              <p:nvPr/>
            </p:nvSpPr>
            <p:spPr>
              <a:xfrm>
                <a:off x="7338960" y="6033960"/>
                <a:ext cx="2121480" cy="142200"/>
              </a:xfrm>
              <a:prstGeom prst="rect">
                <a:avLst/>
              </a:prstGeom>
              <a:solidFill>
                <a:srgbClr val="FFD85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257" name="그룹 15"/>
            <p:cNvGrpSpPr/>
            <p:nvPr/>
          </p:nvGrpSpPr>
          <p:grpSpPr>
            <a:xfrm>
              <a:off x="8183520" y="2344680"/>
              <a:ext cx="417240" cy="380160"/>
              <a:chOff x="8183520" y="2344680"/>
              <a:chExt cx="417240" cy="380160"/>
            </a:xfrm>
          </p:grpSpPr>
          <p:sp>
            <p:nvSpPr>
              <p:cNvPr id="258" name="육각형 20"/>
              <p:cNvSpPr/>
              <p:nvPr/>
            </p:nvSpPr>
            <p:spPr>
              <a:xfrm>
                <a:off x="8193240" y="2373480"/>
                <a:ext cx="407520" cy="35136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D85C"/>
              </a:solidFill>
              <a:ln>
                <a:solidFill>
                  <a:srgbClr val="FFD85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259" name="자유형: 도형 23"/>
              <p:cNvSpPr/>
              <p:nvPr/>
            </p:nvSpPr>
            <p:spPr>
              <a:xfrm rot="4666800">
                <a:off x="8219160" y="2367720"/>
                <a:ext cx="305640" cy="320040"/>
              </a:xfrm>
              <a:custGeom>
                <a:avLst/>
                <a:gdLst/>
                <a:ahLst/>
                <a:cxnLst/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 rotWithShape="0">
                <a:gsLst>
                  <a:gs pos="31000">
                    <a:srgbClr val="FFFFFF">
                      <a:alpha val="34117"/>
                    </a:srgbClr>
                  </a:gs>
                  <a:gs pos="100000">
                    <a:srgbClr val="FFD85C">
                      <a:alpha val="39215"/>
                    </a:srgbClr>
                  </a:gs>
                </a:gsLst>
                <a:lin ang="21132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260" name="TextBox 26"/>
              <p:cNvSpPr/>
              <p:nvPr/>
            </p:nvSpPr>
            <p:spPr>
              <a:xfrm>
                <a:off x="8269560" y="2439000"/>
                <a:ext cx="254880" cy="243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  <a:buNone/>
                </a:pPr>
                <a:r>
                  <a:rPr lang="en-US" sz="1600" b="0" strike="noStrike" spc="-1">
                    <a:solidFill>
                      <a:srgbClr val="FFFFFF"/>
                    </a:solidFill>
                    <a:latin typeface="세방고딕 Bold"/>
                    <a:ea typeface="세방고딕 Bold"/>
                  </a:rPr>
                  <a:t>4</a:t>
                </a:r>
                <a:endParaRPr lang="en-US" sz="1600" b="0" strike="noStrike" spc="-1">
                  <a:latin typeface="Noto Sans CJK KR"/>
                </a:endParaRPr>
              </a:p>
            </p:txBody>
          </p:sp>
        </p:grpSp>
        <p:sp>
          <p:nvSpPr>
            <p:cNvPr id="261" name="TextBox 18"/>
            <p:cNvSpPr/>
            <p:nvPr/>
          </p:nvSpPr>
          <p:spPr>
            <a:xfrm>
              <a:off x="7548120" y="3060000"/>
              <a:ext cx="1703520" cy="726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>
                <a:lnSpc>
                  <a:spcPct val="110000"/>
                </a:lnSpc>
                <a:buNone/>
              </a:pPr>
              <a:r>
                <a:rPr lang="ko-KR" sz="1900" b="1" strike="noStrike" spc="-1">
                  <a:solidFill>
                    <a:srgbClr val="FFC000"/>
                  </a:solidFill>
                  <a:latin typeface="맑은 고딕 Semilight"/>
                  <a:ea typeface="맑은 고딕 Semilight"/>
                </a:rPr>
                <a:t>프로젝트</a:t>
              </a:r>
              <a:br>
                <a:rPr sz="1900"/>
              </a:br>
              <a:r>
                <a:rPr lang="ko-KR" sz="1900" b="1" strike="noStrike" spc="-1">
                  <a:solidFill>
                    <a:srgbClr val="FFC000"/>
                  </a:solidFill>
                  <a:latin typeface="맑은 고딕 Semilight"/>
                  <a:ea typeface="맑은 고딕 Semilight"/>
                </a:rPr>
                <a:t>구조</a:t>
              </a:r>
              <a:endParaRPr lang="en-US" sz="1900" b="0" strike="noStrike" spc="-1">
                <a:latin typeface="Noto Sans CJK KR"/>
              </a:endParaRPr>
            </a:p>
          </p:txBody>
        </p:sp>
      </p:grpSp>
      <p:grpSp>
        <p:nvGrpSpPr>
          <p:cNvPr id="262" name="그룹 44"/>
          <p:cNvGrpSpPr/>
          <p:nvPr/>
        </p:nvGrpSpPr>
        <p:grpSpPr>
          <a:xfrm>
            <a:off x="484733" y="2344680"/>
            <a:ext cx="2128507" cy="3831840"/>
            <a:chOff x="484733" y="2344680"/>
            <a:chExt cx="2128507" cy="3831840"/>
          </a:xfrm>
        </p:grpSpPr>
        <p:grpSp>
          <p:nvGrpSpPr>
            <p:cNvPr id="263" name="그룹 80"/>
            <p:cNvGrpSpPr/>
            <p:nvPr/>
          </p:nvGrpSpPr>
          <p:grpSpPr>
            <a:xfrm>
              <a:off x="491760" y="2567520"/>
              <a:ext cx="2121480" cy="3609000"/>
              <a:chOff x="491760" y="2567520"/>
              <a:chExt cx="2121480" cy="3609000"/>
            </a:xfrm>
          </p:grpSpPr>
          <p:sp>
            <p:nvSpPr>
              <p:cNvPr id="264" name="사각형: 둥근 위쪽 모서리 88"/>
              <p:cNvSpPr/>
              <p:nvPr/>
            </p:nvSpPr>
            <p:spPr>
              <a:xfrm>
                <a:off x="491760" y="2567520"/>
                <a:ext cx="2121480" cy="3609000"/>
              </a:xfrm>
              <a:prstGeom prst="round2SameRect">
                <a:avLst>
                  <a:gd name="adj1" fmla="val 16667"/>
                  <a:gd name="adj2" fmla="val 0"/>
                </a:avLst>
              </a:prstGeom>
              <a:solidFill>
                <a:srgbClr val="FCFDFE"/>
              </a:solidFill>
              <a:ln>
                <a:noFill/>
              </a:ln>
              <a:effectLst>
                <a:outerShdw blurRad="63360" sx="102000" sy="102000" algn="ctr" rotWithShape="0">
                  <a:srgbClr val="3378C8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265" name="직사각형 89"/>
              <p:cNvSpPr/>
              <p:nvPr/>
            </p:nvSpPr>
            <p:spPr>
              <a:xfrm>
                <a:off x="491760" y="6033960"/>
                <a:ext cx="2121480" cy="142200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sp>
          <p:nvSpPr>
            <p:cNvPr id="266" name="TextBox 81"/>
            <p:cNvSpPr/>
            <p:nvPr/>
          </p:nvSpPr>
          <p:spPr>
            <a:xfrm>
              <a:off x="700920" y="3060000"/>
              <a:ext cx="1703520" cy="99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>
                <a:lnSpc>
                  <a:spcPct val="110000"/>
                </a:lnSpc>
                <a:buNone/>
              </a:pPr>
              <a:r>
                <a:rPr lang="ko-KR" sz="1800" b="1" strike="noStrike" spc="-1">
                  <a:solidFill>
                    <a:srgbClr val="3378C8"/>
                  </a:solidFill>
                  <a:latin typeface="맑은 고딕"/>
                  <a:ea typeface="맑은 고딕"/>
                </a:rPr>
                <a:t>프로젝트 주제 및 선정 배경</a:t>
              </a:r>
              <a:r>
                <a:rPr lang="en-US" sz="1800" b="1" strike="noStrike" spc="-1">
                  <a:solidFill>
                    <a:srgbClr val="3378C8"/>
                  </a:solidFill>
                  <a:latin typeface="맑은 고딕"/>
                  <a:ea typeface="맑은 고딕"/>
                </a:rPr>
                <a:t>, </a:t>
              </a:r>
              <a:br>
                <a:rPr sz="1800"/>
              </a:br>
              <a:r>
                <a:rPr lang="ko-KR" sz="1800" b="1" strike="noStrike" spc="-1">
                  <a:solidFill>
                    <a:srgbClr val="3378C8"/>
                  </a:solidFill>
                  <a:latin typeface="맑은 고딕"/>
                  <a:ea typeface="맑은 고딕"/>
                </a:rPr>
                <a:t>기획의도</a:t>
              </a:r>
              <a:endParaRPr lang="en-US" sz="1800" b="0" strike="noStrike" spc="-1">
                <a:latin typeface="Noto Sans CJK KR"/>
              </a:endParaRPr>
            </a:p>
          </p:txBody>
        </p:sp>
        <p:grpSp>
          <p:nvGrpSpPr>
            <p:cNvPr id="267" name="그룹 82"/>
            <p:cNvGrpSpPr/>
            <p:nvPr/>
          </p:nvGrpSpPr>
          <p:grpSpPr>
            <a:xfrm>
              <a:off x="1379160" y="2344680"/>
              <a:ext cx="417240" cy="380160"/>
              <a:chOff x="1379160" y="2344680"/>
              <a:chExt cx="417240" cy="380160"/>
            </a:xfrm>
          </p:grpSpPr>
          <p:sp>
            <p:nvSpPr>
              <p:cNvPr id="268" name="육각형 85"/>
              <p:cNvSpPr/>
              <p:nvPr/>
            </p:nvSpPr>
            <p:spPr>
              <a:xfrm>
                <a:off x="1388880" y="2373480"/>
                <a:ext cx="407520" cy="35136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3378C8"/>
              </a:solidFill>
              <a:ln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269" name="자유형: 도형 86"/>
              <p:cNvSpPr/>
              <p:nvPr/>
            </p:nvSpPr>
            <p:spPr>
              <a:xfrm rot="4666800">
                <a:off x="1414800" y="2367720"/>
                <a:ext cx="305640" cy="320040"/>
              </a:xfrm>
              <a:custGeom>
                <a:avLst/>
                <a:gdLst/>
                <a:ahLst/>
                <a:cxnLst/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 rotWithShape="0">
                <a:gsLst>
                  <a:gs pos="31000">
                    <a:srgbClr val="FFFFFF">
                      <a:alpha val="20000"/>
                    </a:srgbClr>
                  </a:gs>
                  <a:gs pos="100000">
                    <a:srgbClr val="2069C2">
                      <a:alpha val="14117"/>
                    </a:srgbClr>
                  </a:gs>
                </a:gsLst>
                <a:lin ang="21132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270" name="TextBox 87"/>
              <p:cNvSpPr/>
              <p:nvPr/>
            </p:nvSpPr>
            <p:spPr>
              <a:xfrm>
                <a:off x="1465200" y="2439000"/>
                <a:ext cx="254880" cy="243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  <a:buNone/>
                </a:pPr>
                <a:r>
                  <a:rPr lang="en-US" sz="1600" b="0" strike="noStrike" spc="-1">
                    <a:solidFill>
                      <a:srgbClr val="FFFFFF"/>
                    </a:solidFill>
                    <a:latin typeface="세방고딕 Bold"/>
                    <a:ea typeface="세방고딕 Bold"/>
                  </a:rPr>
                  <a:t>1</a:t>
                </a:r>
                <a:endParaRPr lang="en-US" sz="1600" b="0" strike="noStrike" spc="-1">
                  <a:latin typeface="Noto Sans CJK KR"/>
                </a:endParaRPr>
              </a:p>
            </p:txBody>
          </p:sp>
        </p:grpSp>
        <p:sp>
          <p:nvSpPr>
            <p:cNvPr id="271" name="TextBox 83"/>
            <p:cNvSpPr/>
            <p:nvPr/>
          </p:nvSpPr>
          <p:spPr>
            <a:xfrm>
              <a:off x="484733" y="4413382"/>
              <a:ext cx="2121480" cy="1500945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>
                <a:lnSpc>
                  <a:spcPct val="110000"/>
                </a:lnSpc>
              </a:pPr>
              <a:r>
                <a:rPr lang="ko-KR" altLang="en-US" sz="1400" b="1" dirty="0"/>
                <a:t>운전자의 노동을 </a:t>
              </a:r>
              <a:endParaRPr lang="en-US" altLang="ko-KR" sz="1400" b="1" dirty="0"/>
            </a:p>
            <a:p>
              <a:pPr algn="ctr">
                <a:lnSpc>
                  <a:spcPct val="110000"/>
                </a:lnSpc>
              </a:pPr>
              <a:r>
                <a:rPr lang="ko-KR" altLang="en-US" sz="1400" b="1" dirty="0"/>
                <a:t>최소화하기 위해 </a:t>
              </a:r>
              <a:endParaRPr lang="en-US" altLang="ko-KR" sz="1400" b="1" dirty="0"/>
            </a:p>
            <a:p>
              <a:pPr algn="ctr">
                <a:lnSpc>
                  <a:spcPct val="110000"/>
                </a:lnSpc>
              </a:pPr>
              <a:r>
                <a:rPr lang="ko-KR" altLang="en-US" sz="1400" b="1" dirty="0"/>
                <a:t>주유 과정을 자동화</a:t>
              </a:r>
              <a:endParaRPr lang="en-US" sz="1400" b="1" dirty="0"/>
            </a:p>
            <a:p>
              <a:pPr algn="ctr">
                <a:lnSpc>
                  <a:spcPct val="110000"/>
                </a:lnSpc>
                <a:buNone/>
              </a:pPr>
              <a:endParaRPr lang="en-US" sz="1400" b="1" dirty="0"/>
            </a:p>
            <a:p>
              <a:pPr algn="ctr">
                <a:lnSpc>
                  <a:spcPct val="110000"/>
                </a:lnSpc>
                <a:buNone/>
              </a:pPr>
              <a:br>
                <a:rPr sz="1400" b="1" dirty="0"/>
              </a:br>
              <a:endParaRPr lang="en-US" sz="1400" b="1" strike="noStrike" spc="-1" dirty="0">
                <a:latin typeface="Noto Sans CJK KR"/>
              </a:endParaRPr>
            </a:p>
          </p:txBody>
        </p:sp>
      </p:grpSp>
      <p:grpSp>
        <p:nvGrpSpPr>
          <p:cNvPr id="273" name="그룹 90"/>
          <p:cNvGrpSpPr/>
          <p:nvPr/>
        </p:nvGrpSpPr>
        <p:grpSpPr>
          <a:xfrm>
            <a:off x="2774160" y="2344680"/>
            <a:ext cx="2121480" cy="3831840"/>
            <a:chOff x="2774160" y="2344680"/>
            <a:chExt cx="2121480" cy="3831840"/>
          </a:xfrm>
        </p:grpSpPr>
        <p:grpSp>
          <p:nvGrpSpPr>
            <p:cNvPr id="274" name="그룹 91"/>
            <p:cNvGrpSpPr/>
            <p:nvPr/>
          </p:nvGrpSpPr>
          <p:grpSpPr>
            <a:xfrm>
              <a:off x="2774160" y="2567520"/>
              <a:ext cx="2121480" cy="3609000"/>
              <a:chOff x="2774160" y="2567520"/>
              <a:chExt cx="2121480" cy="3609000"/>
            </a:xfrm>
          </p:grpSpPr>
          <p:sp>
            <p:nvSpPr>
              <p:cNvPr id="275" name="사각형: 둥근 위쪽 모서리 99"/>
              <p:cNvSpPr/>
              <p:nvPr/>
            </p:nvSpPr>
            <p:spPr>
              <a:xfrm>
                <a:off x="2774160" y="2567520"/>
                <a:ext cx="2121480" cy="3609000"/>
              </a:xfrm>
              <a:prstGeom prst="round2SameRect">
                <a:avLst>
                  <a:gd name="adj1" fmla="val 16667"/>
                  <a:gd name="adj2" fmla="val 0"/>
                </a:avLst>
              </a:prstGeom>
              <a:solidFill>
                <a:srgbClr val="FFFEFB"/>
              </a:solidFill>
              <a:ln>
                <a:noFill/>
              </a:ln>
              <a:effectLst>
                <a:outerShdw blurRad="63360" sx="102000" sy="102000" algn="ctr" rotWithShape="0">
                  <a:srgbClr val="FFD85C">
                    <a:alpha val="2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  <p:txBody>
              <a:bodyPr/>
              <a:lstStyle/>
              <a:p>
                <a:endParaRPr lang="ko-KR" altLang="en-US" dirty="0"/>
              </a:p>
            </p:txBody>
          </p:sp>
          <p:sp>
            <p:nvSpPr>
              <p:cNvPr id="276" name="직사각형 100"/>
              <p:cNvSpPr/>
              <p:nvPr/>
            </p:nvSpPr>
            <p:spPr>
              <a:xfrm>
                <a:off x="2774160" y="6033960"/>
                <a:ext cx="2121480" cy="142200"/>
              </a:xfrm>
              <a:prstGeom prst="rect">
                <a:avLst/>
              </a:prstGeom>
              <a:solidFill>
                <a:srgbClr val="FFD85C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277" name="그룹 92"/>
            <p:cNvGrpSpPr/>
            <p:nvPr/>
          </p:nvGrpSpPr>
          <p:grpSpPr>
            <a:xfrm>
              <a:off x="3668400" y="2344680"/>
              <a:ext cx="417600" cy="380160"/>
              <a:chOff x="3668400" y="2344680"/>
              <a:chExt cx="417600" cy="380160"/>
            </a:xfrm>
          </p:grpSpPr>
          <p:sp>
            <p:nvSpPr>
              <p:cNvPr id="278" name="육각형 96"/>
              <p:cNvSpPr/>
              <p:nvPr/>
            </p:nvSpPr>
            <p:spPr>
              <a:xfrm>
                <a:off x="3678480" y="2373480"/>
                <a:ext cx="407520" cy="35136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FFD85C"/>
              </a:solidFill>
              <a:ln>
                <a:solidFill>
                  <a:srgbClr val="FFD85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279" name="자유형: 도형 97"/>
              <p:cNvSpPr/>
              <p:nvPr/>
            </p:nvSpPr>
            <p:spPr>
              <a:xfrm rot="4666800">
                <a:off x="3704040" y="2367720"/>
                <a:ext cx="305640" cy="320040"/>
              </a:xfrm>
              <a:custGeom>
                <a:avLst/>
                <a:gdLst/>
                <a:ahLst/>
                <a:cxnLst/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 rotWithShape="0">
                <a:gsLst>
                  <a:gs pos="31000">
                    <a:srgbClr val="FFFFFF">
                      <a:alpha val="34117"/>
                    </a:srgbClr>
                  </a:gs>
                  <a:gs pos="100000">
                    <a:srgbClr val="FFD85C">
                      <a:alpha val="39215"/>
                    </a:srgbClr>
                  </a:gs>
                </a:gsLst>
                <a:lin ang="21132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280" name="TextBox 98"/>
              <p:cNvSpPr/>
              <p:nvPr/>
            </p:nvSpPr>
            <p:spPr>
              <a:xfrm>
                <a:off x="3754800" y="2439000"/>
                <a:ext cx="254880" cy="243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  <a:buNone/>
                </a:pPr>
                <a:r>
                  <a:rPr lang="en-US" sz="1600" b="0" strike="noStrike" spc="-1">
                    <a:solidFill>
                      <a:srgbClr val="FFFFFF"/>
                    </a:solidFill>
                    <a:latin typeface="세방고딕 Bold"/>
                    <a:ea typeface="세방고딕 Bold"/>
                  </a:rPr>
                  <a:t>2</a:t>
                </a:r>
                <a:endParaRPr lang="en-US" sz="1600" b="0" strike="noStrike" spc="-1">
                  <a:latin typeface="Noto Sans CJK KR"/>
                </a:endParaRPr>
              </a:p>
            </p:txBody>
          </p:sp>
        </p:grpSp>
        <p:sp>
          <p:nvSpPr>
            <p:cNvPr id="281" name="TextBox 93"/>
            <p:cNvSpPr/>
            <p:nvPr/>
          </p:nvSpPr>
          <p:spPr>
            <a:xfrm>
              <a:off x="2983320" y="3060000"/>
              <a:ext cx="1703520" cy="726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>
                <a:lnSpc>
                  <a:spcPct val="110000"/>
                </a:lnSpc>
                <a:buNone/>
              </a:pPr>
              <a:r>
                <a:rPr lang="ko-KR" sz="1900" b="1" strike="noStrike" spc="-1">
                  <a:solidFill>
                    <a:srgbClr val="FFC000"/>
                  </a:solidFill>
                  <a:latin typeface="맑은 고딕 Semilight"/>
                  <a:ea typeface="맑은 고딕 Semilight"/>
                </a:rPr>
                <a:t>프로젝트</a:t>
              </a:r>
              <a:br>
                <a:rPr sz="1900"/>
              </a:br>
              <a:r>
                <a:rPr lang="ko-KR" sz="1900" b="1" strike="noStrike" spc="-1">
                  <a:solidFill>
                    <a:srgbClr val="FFC000"/>
                  </a:solidFill>
                  <a:latin typeface="맑은 고딕 Semilight"/>
                  <a:ea typeface="맑은 고딕 Semilight"/>
                </a:rPr>
                <a:t>내용 </a:t>
              </a:r>
              <a:endParaRPr lang="en-US" sz="1900" b="0" strike="noStrike" spc="-1">
                <a:latin typeface="Noto Sans CJK KR"/>
              </a:endParaRPr>
            </a:p>
          </p:txBody>
        </p:sp>
        <p:sp>
          <p:nvSpPr>
            <p:cNvPr id="282" name="TextBox 94"/>
            <p:cNvSpPr/>
            <p:nvPr/>
          </p:nvSpPr>
          <p:spPr>
            <a:xfrm>
              <a:off x="2774160" y="4413382"/>
              <a:ext cx="2121480" cy="1020108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>
                <a:lnSpc>
                  <a:spcPct val="110000"/>
                </a:lnSpc>
                <a:buNone/>
              </a:pPr>
              <a:r>
                <a:rPr lang="en-US" altLang="ko-KR" sz="1400" b="1" dirty="0"/>
                <a:t>Isaac Sim </a:t>
              </a:r>
              <a:r>
                <a:rPr lang="ko-KR" altLang="en-US" sz="1400" b="1" dirty="0"/>
                <a:t>환경에서</a:t>
              </a:r>
              <a:endParaRPr lang="en-US" altLang="ko-KR" sz="1400" b="1" dirty="0"/>
            </a:p>
            <a:p>
              <a:pPr algn="ctr">
                <a:lnSpc>
                  <a:spcPct val="110000"/>
                </a:lnSpc>
                <a:buNone/>
              </a:pPr>
              <a:r>
                <a:rPr lang="ko-KR" altLang="en-US" sz="1400" b="1" dirty="0"/>
                <a:t>로봇 팔을 이용한</a:t>
              </a:r>
              <a:endParaRPr lang="en-US" altLang="ko-KR" sz="1400" b="1" dirty="0"/>
            </a:p>
            <a:p>
              <a:pPr algn="ctr">
                <a:lnSpc>
                  <a:spcPct val="110000"/>
                </a:lnSpc>
                <a:buNone/>
              </a:pPr>
              <a:r>
                <a:rPr lang="ko-KR" altLang="en-US" sz="1400" b="1" dirty="0"/>
                <a:t> </a:t>
              </a:r>
              <a:r>
                <a:rPr lang="ko-KR" altLang="en-US" sz="1400" b="1" dirty="0" err="1"/>
                <a:t>주유건</a:t>
              </a:r>
              <a:r>
                <a:rPr lang="ko-KR" altLang="en-US" sz="1400" b="1" dirty="0"/>
                <a:t> 자동 삽입</a:t>
              </a:r>
              <a:r>
                <a:rPr lang="en-US" altLang="ko-KR" sz="1400" b="1" dirty="0"/>
                <a:t>/</a:t>
              </a:r>
              <a:r>
                <a:rPr lang="ko-KR" altLang="en-US" sz="1400" b="1" dirty="0"/>
                <a:t>분리 </a:t>
              </a:r>
              <a:endParaRPr lang="en-US" altLang="ko-KR" sz="1400" b="1" dirty="0"/>
            </a:p>
            <a:p>
              <a:pPr algn="ctr">
                <a:lnSpc>
                  <a:spcPct val="110000"/>
                </a:lnSpc>
                <a:buNone/>
              </a:pPr>
              <a:r>
                <a:rPr lang="ko-KR" altLang="en-US" sz="1400" b="1" dirty="0"/>
                <a:t>구현 시뮬레이션</a:t>
              </a:r>
              <a:endParaRPr lang="en-US" altLang="ko-KR" sz="1400" b="1" dirty="0"/>
            </a:p>
          </p:txBody>
        </p:sp>
      </p:grpSp>
      <p:grpSp>
        <p:nvGrpSpPr>
          <p:cNvPr id="284" name="그룹 101"/>
          <p:cNvGrpSpPr/>
          <p:nvPr/>
        </p:nvGrpSpPr>
        <p:grpSpPr>
          <a:xfrm>
            <a:off x="5049533" y="2344680"/>
            <a:ext cx="2128507" cy="3831840"/>
            <a:chOff x="5049533" y="2344680"/>
            <a:chExt cx="2128507" cy="3831840"/>
          </a:xfrm>
        </p:grpSpPr>
        <p:grpSp>
          <p:nvGrpSpPr>
            <p:cNvPr id="285" name="그룹 102"/>
            <p:cNvGrpSpPr/>
            <p:nvPr/>
          </p:nvGrpSpPr>
          <p:grpSpPr>
            <a:xfrm>
              <a:off x="5056560" y="2567520"/>
              <a:ext cx="2121480" cy="3609000"/>
              <a:chOff x="5056560" y="2567520"/>
              <a:chExt cx="2121480" cy="3609000"/>
            </a:xfrm>
          </p:grpSpPr>
          <p:sp>
            <p:nvSpPr>
              <p:cNvPr id="286" name="사각형: 둥근 위쪽 모서리 110"/>
              <p:cNvSpPr/>
              <p:nvPr/>
            </p:nvSpPr>
            <p:spPr>
              <a:xfrm>
                <a:off x="5056560" y="2567520"/>
                <a:ext cx="2121480" cy="3609000"/>
              </a:xfrm>
              <a:prstGeom prst="round2SameRect">
                <a:avLst>
                  <a:gd name="adj1" fmla="val 16667"/>
                  <a:gd name="adj2" fmla="val 0"/>
                </a:avLst>
              </a:prstGeom>
              <a:solidFill>
                <a:srgbClr val="FCFDFE"/>
              </a:solidFill>
              <a:ln>
                <a:noFill/>
              </a:ln>
              <a:effectLst>
                <a:outerShdw blurRad="63360" sx="102000" sy="102000" algn="ctr" rotWithShape="0">
                  <a:srgbClr val="3378C8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287" name="직사각형 111"/>
              <p:cNvSpPr/>
              <p:nvPr/>
            </p:nvSpPr>
            <p:spPr>
              <a:xfrm>
                <a:off x="5056560" y="6033960"/>
                <a:ext cx="2121480" cy="142200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288" name="그룹 103"/>
            <p:cNvGrpSpPr/>
            <p:nvPr/>
          </p:nvGrpSpPr>
          <p:grpSpPr>
            <a:xfrm>
              <a:off x="5903640" y="2344680"/>
              <a:ext cx="417600" cy="380160"/>
              <a:chOff x="5903640" y="2344680"/>
              <a:chExt cx="417600" cy="380160"/>
            </a:xfrm>
          </p:grpSpPr>
          <p:sp>
            <p:nvSpPr>
              <p:cNvPr id="289" name="육각형 107"/>
              <p:cNvSpPr/>
              <p:nvPr/>
            </p:nvSpPr>
            <p:spPr>
              <a:xfrm>
                <a:off x="5913720" y="2373480"/>
                <a:ext cx="407520" cy="35136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3378C8"/>
              </a:solidFill>
              <a:ln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290" name="자유형: 도형 108"/>
              <p:cNvSpPr/>
              <p:nvPr/>
            </p:nvSpPr>
            <p:spPr>
              <a:xfrm rot="4666800">
                <a:off x="5939280" y="2367720"/>
                <a:ext cx="305640" cy="320040"/>
              </a:xfrm>
              <a:custGeom>
                <a:avLst/>
                <a:gdLst/>
                <a:ahLst/>
                <a:cxnLst/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 rotWithShape="0">
                <a:gsLst>
                  <a:gs pos="31000">
                    <a:srgbClr val="FFFFFF">
                      <a:alpha val="20000"/>
                    </a:srgbClr>
                  </a:gs>
                  <a:gs pos="100000">
                    <a:srgbClr val="2069C2">
                      <a:alpha val="14117"/>
                    </a:srgbClr>
                  </a:gs>
                </a:gsLst>
                <a:lin ang="21132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291" name="TextBox 109"/>
              <p:cNvSpPr/>
              <p:nvPr/>
            </p:nvSpPr>
            <p:spPr>
              <a:xfrm>
                <a:off x="5990040" y="2439000"/>
                <a:ext cx="254880" cy="243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  <a:buNone/>
                </a:pPr>
                <a:r>
                  <a:rPr lang="en-US" sz="1600" b="0" strike="noStrike" spc="-1">
                    <a:solidFill>
                      <a:srgbClr val="FFFFFF"/>
                    </a:solidFill>
                    <a:latin typeface="세방고딕 Bold"/>
                    <a:ea typeface="세방고딕 Bold"/>
                  </a:rPr>
                  <a:t>3</a:t>
                </a:r>
                <a:endParaRPr lang="en-US" sz="1600" b="0" strike="noStrike" spc="-1">
                  <a:latin typeface="Noto Sans CJK KR"/>
                </a:endParaRPr>
              </a:p>
            </p:txBody>
          </p:sp>
        </p:grpSp>
        <p:sp>
          <p:nvSpPr>
            <p:cNvPr id="292" name="TextBox 104"/>
            <p:cNvSpPr/>
            <p:nvPr/>
          </p:nvSpPr>
          <p:spPr>
            <a:xfrm>
              <a:off x="5265720" y="3060000"/>
              <a:ext cx="1703520" cy="37807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>
                <a:lnSpc>
                  <a:spcPct val="110000"/>
                </a:lnSpc>
                <a:buNone/>
              </a:pPr>
              <a:r>
                <a:rPr lang="ko-KR" sz="1800" b="1" strike="noStrike" spc="-1" dirty="0">
                  <a:solidFill>
                    <a:srgbClr val="3378C8"/>
                  </a:solidFill>
                  <a:latin typeface="맑은 고딕"/>
                  <a:ea typeface="맑은 고딕"/>
                </a:rPr>
                <a:t>활용 장비 </a:t>
              </a:r>
              <a:endParaRPr lang="en-US" sz="1800" b="0" strike="noStrike" spc="-1" dirty="0">
                <a:latin typeface="Noto Sans CJK KR"/>
              </a:endParaRPr>
            </a:p>
          </p:txBody>
        </p:sp>
        <p:sp>
          <p:nvSpPr>
            <p:cNvPr id="293" name="TextBox 105"/>
            <p:cNvSpPr/>
            <p:nvPr/>
          </p:nvSpPr>
          <p:spPr>
            <a:xfrm>
              <a:off x="5049533" y="4270422"/>
              <a:ext cx="2121480" cy="139322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/>
              <a:r>
                <a:rPr lang="ko-KR" altLang="en-US" sz="1400" b="1" dirty="0"/>
                <a:t>소프트웨어</a:t>
              </a:r>
              <a:endParaRPr lang="ko-KR" altLang="en-US" sz="1400" dirty="0"/>
            </a:p>
            <a:p>
              <a:pPr marL="171450" indent="-171450" algn="ctr">
                <a:buFontTx/>
                <a:buChar char="-"/>
              </a:pPr>
              <a:r>
                <a:rPr lang="en-US" altLang="ko-KR" sz="1400" dirty="0"/>
                <a:t>Python</a:t>
              </a:r>
            </a:p>
            <a:p>
              <a:pPr marL="171450" indent="-171450" algn="ctr">
                <a:buFontTx/>
                <a:buChar char="-"/>
              </a:pPr>
              <a:r>
                <a:rPr lang="en-US" altLang="ko-KR" sz="1400" dirty="0"/>
                <a:t>Isaac sim</a:t>
              </a:r>
            </a:p>
            <a:p>
              <a:pPr marL="171450" indent="-171450" algn="ctr">
                <a:buFontTx/>
                <a:buChar char="-"/>
              </a:pPr>
              <a:r>
                <a:rPr lang="en-US" altLang="ko-KR" sz="1400" dirty="0"/>
                <a:t>Blender</a:t>
              </a:r>
            </a:p>
            <a:p>
              <a:pPr marL="171450" indent="-171450" algn="ctr">
                <a:buFontTx/>
                <a:buChar char="-"/>
              </a:pPr>
              <a:r>
                <a:rPr lang="en-US" altLang="ko-KR" sz="1400" dirty="0"/>
                <a:t>OpenCV</a:t>
              </a:r>
            </a:p>
            <a:p>
              <a:pPr algn="ctr">
                <a:lnSpc>
                  <a:spcPct val="110000"/>
                </a:lnSpc>
                <a:buNone/>
              </a:pPr>
              <a:endParaRPr lang="en-US" sz="1400" b="0" strike="noStrike" spc="-1" dirty="0">
                <a:latin typeface="Noto Sans CJK KR"/>
              </a:endParaRPr>
            </a:p>
          </p:txBody>
        </p:sp>
      </p:grpSp>
      <p:grpSp>
        <p:nvGrpSpPr>
          <p:cNvPr id="295" name="그룹 112"/>
          <p:cNvGrpSpPr/>
          <p:nvPr/>
        </p:nvGrpSpPr>
        <p:grpSpPr>
          <a:xfrm>
            <a:off x="9596160" y="2344680"/>
            <a:ext cx="2146680" cy="3831840"/>
            <a:chOff x="9596160" y="2344680"/>
            <a:chExt cx="2146680" cy="3831840"/>
          </a:xfrm>
        </p:grpSpPr>
        <p:grpSp>
          <p:nvGrpSpPr>
            <p:cNvPr id="296" name="그룹 113"/>
            <p:cNvGrpSpPr/>
            <p:nvPr/>
          </p:nvGrpSpPr>
          <p:grpSpPr>
            <a:xfrm>
              <a:off x="9621360" y="2567520"/>
              <a:ext cx="2121480" cy="3609000"/>
              <a:chOff x="9621360" y="2567520"/>
              <a:chExt cx="2121480" cy="3609000"/>
            </a:xfrm>
          </p:grpSpPr>
          <p:sp>
            <p:nvSpPr>
              <p:cNvPr id="297" name="사각형: 둥근 위쪽 모서리 121"/>
              <p:cNvSpPr/>
              <p:nvPr/>
            </p:nvSpPr>
            <p:spPr>
              <a:xfrm>
                <a:off x="9621360" y="2567520"/>
                <a:ext cx="2121480" cy="3609000"/>
              </a:xfrm>
              <a:prstGeom prst="round2SameRect">
                <a:avLst>
                  <a:gd name="adj1" fmla="val 16667"/>
                  <a:gd name="adj2" fmla="val 0"/>
                </a:avLst>
              </a:prstGeom>
              <a:solidFill>
                <a:srgbClr val="FCFDFE"/>
              </a:solidFill>
              <a:ln>
                <a:noFill/>
              </a:ln>
              <a:effectLst>
                <a:outerShdw blurRad="63360" sx="102000" sy="102000" algn="ctr" rotWithShape="0">
                  <a:srgbClr val="3378C8">
                    <a:alpha val="1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298" name="직사각형 122"/>
              <p:cNvSpPr/>
              <p:nvPr/>
            </p:nvSpPr>
            <p:spPr>
              <a:xfrm>
                <a:off x="9621360" y="6033960"/>
                <a:ext cx="2121480" cy="142200"/>
              </a:xfrm>
              <a:prstGeom prst="rect">
                <a:avLst/>
              </a:prstGeom>
              <a:solidFill>
                <a:srgbClr val="3378C8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</p:grpSp>
        <p:grpSp>
          <p:nvGrpSpPr>
            <p:cNvPr id="299" name="그룹 114"/>
            <p:cNvGrpSpPr/>
            <p:nvPr/>
          </p:nvGrpSpPr>
          <p:grpSpPr>
            <a:xfrm>
              <a:off x="10468440" y="2344680"/>
              <a:ext cx="417600" cy="380160"/>
              <a:chOff x="10468440" y="2344680"/>
              <a:chExt cx="417600" cy="380160"/>
            </a:xfrm>
          </p:grpSpPr>
          <p:sp>
            <p:nvSpPr>
              <p:cNvPr id="300" name="육각형 118"/>
              <p:cNvSpPr/>
              <p:nvPr/>
            </p:nvSpPr>
            <p:spPr>
              <a:xfrm>
                <a:off x="10478520" y="2373480"/>
                <a:ext cx="407520" cy="351360"/>
              </a:xfrm>
              <a:prstGeom prst="hexagon">
                <a:avLst>
                  <a:gd name="adj" fmla="val 25000"/>
                  <a:gd name="vf" fmla="val 115470"/>
                </a:avLst>
              </a:prstGeom>
              <a:solidFill>
                <a:srgbClr val="3378C8"/>
              </a:solidFill>
              <a:ln>
                <a:solidFill>
                  <a:srgbClr val="3378C8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01" name="자유형: 도형 119"/>
              <p:cNvSpPr/>
              <p:nvPr/>
            </p:nvSpPr>
            <p:spPr>
              <a:xfrm rot="4666800">
                <a:off x="10504080" y="2367720"/>
                <a:ext cx="305640" cy="320040"/>
              </a:xfrm>
              <a:custGeom>
                <a:avLst/>
                <a:gdLst/>
                <a:ahLst/>
                <a:cxnLst/>
                <a:rect l="l" t="t" r="r" b="b"/>
                <a:pathLst>
                  <a:path w="751712" h="766419">
                    <a:moveTo>
                      <a:pt x="0" y="497894"/>
                    </a:moveTo>
                    <a:lnTo>
                      <a:pt x="107134" y="3253"/>
                    </a:lnTo>
                    <a:lnTo>
                      <a:pt x="119855" y="0"/>
                    </a:lnTo>
                    <a:lnTo>
                      <a:pt x="751712" y="649798"/>
                    </a:lnTo>
                    <a:lnTo>
                      <a:pt x="749455" y="660217"/>
                    </a:lnTo>
                    <a:lnTo>
                      <a:pt x="334147" y="766419"/>
                    </a:lnTo>
                    <a:lnTo>
                      <a:pt x="0" y="497894"/>
                    </a:lnTo>
                    <a:close/>
                  </a:path>
                </a:pathLst>
              </a:custGeom>
              <a:gradFill rotWithShape="0">
                <a:gsLst>
                  <a:gs pos="31000">
                    <a:srgbClr val="FFFFFF">
                      <a:alpha val="20000"/>
                    </a:srgbClr>
                  </a:gs>
                  <a:gs pos="100000">
                    <a:srgbClr val="2069C2">
                      <a:alpha val="14117"/>
                    </a:srgbClr>
                  </a:gs>
                </a:gsLst>
                <a:lin ang="2113200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/>
            </p:style>
          </p:sp>
          <p:sp>
            <p:nvSpPr>
              <p:cNvPr id="302" name="TextBox 120"/>
              <p:cNvSpPr/>
              <p:nvPr/>
            </p:nvSpPr>
            <p:spPr>
              <a:xfrm>
                <a:off x="10554840" y="2439000"/>
                <a:ext cx="254880" cy="243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0" tIns="0" rIns="0" bIns="0" anchor="t">
                <a:spAutoFit/>
              </a:bodyPr>
              <a:lstStyle/>
              <a:p>
                <a:pPr algn="ctr">
                  <a:lnSpc>
                    <a:spcPct val="100000"/>
                  </a:lnSpc>
                  <a:buNone/>
                </a:pPr>
                <a:r>
                  <a:rPr lang="en-US" sz="1600" b="0" strike="noStrike" spc="-1">
                    <a:solidFill>
                      <a:srgbClr val="FFFFFF"/>
                    </a:solidFill>
                    <a:latin typeface="세방고딕 Bold"/>
                    <a:ea typeface="세방고딕 Bold"/>
                  </a:rPr>
                  <a:t>5</a:t>
                </a:r>
                <a:endParaRPr lang="en-US" sz="1600" b="0" strike="noStrike" spc="-1">
                  <a:latin typeface="Noto Sans CJK KR"/>
                </a:endParaRPr>
              </a:p>
            </p:txBody>
          </p:sp>
        </p:grpSp>
        <p:sp>
          <p:nvSpPr>
            <p:cNvPr id="303" name="TextBox 115"/>
            <p:cNvSpPr/>
            <p:nvPr/>
          </p:nvSpPr>
          <p:spPr>
            <a:xfrm>
              <a:off x="9823320" y="3060000"/>
              <a:ext cx="1703520" cy="37807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>
                <a:lnSpc>
                  <a:spcPct val="110000"/>
                </a:lnSpc>
                <a:buNone/>
              </a:pPr>
              <a:r>
                <a:rPr lang="ko-KR" sz="1800" b="1" strike="noStrike" spc="-1" dirty="0">
                  <a:solidFill>
                    <a:srgbClr val="3378C8"/>
                  </a:solidFill>
                  <a:latin typeface="맑은 고딕"/>
                  <a:ea typeface="맑은 고딕"/>
                </a:rPr>
                <a:t>활용방안</a:t>
              </a:r>
              <a:endParaRPr lang="en-US" sz="1800" b="0" strike="noStrike" spc="-1" dirty="0">
                <a:latin typeface="Noto Sans CJK KR"/>
              </a:endParaRPr>
            </a:p>
          </p:txBody>
        </p:sp>
        <p:sp>
          <p:nvSpPr>
            <p:cNvPr id="304" name="TextBox 116"/>
            <p:cNvSpPr/>
            <p:nvPr/>
          </p:nvSpPr>
          <p:spPr>
            <a:xfrm>
              <a:off x="9596160" y="4110525"/>
              <a:ext cx="2121480" cy="196671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>
                <a:lnSpc>
                  <a:spcPct val="110000"/>
                </a:lnSpc>
                <a:buNone/>
              </a:pPr>
              <a:endParaRPr lang="en-US" altLang="ko-KR" sz="1400" b="1" strike="noStrike" spc="-1" dirty="0">
                <a:solidFill>
                  <a:srgbClr val="000000"/>
                </a:solidFill>
                <a:latin typeface="맑은 고딕"/>
                <a:ea typeface="맑은 고딕"/>
              </a:endParaRPr>
            </a:p>
            <a:p>
              <a:pPr algn="ctr">
                <a:lnSpc>
                  <a:spcPct val="110000"/>
                </a:lnSpc>
                <a:buNone/>
              </a:pPr>
              <a:r>
                <a:rPr lang="ko-KR" altLang="en-US" sz="1400" b="1" spc="-1" dirty="0">
                  <a:solidFill>
                    <a:srgbClr val="000000"/>
                  </a:solidFill>
                  <a:latin typeface="맑은 고딕"/>
                  <a:ea typeface="맑은 고딕"/>
                </a:rPr>
                <a:t>기존 무인 주유소와</a:t>
              </a:r>
              <a:endParaRPr lang="en-US" altLang="ko-KR" sz="1400" b="1" spc="-1" dirty="0">
                <a:solidFill>
                  <a:srgbClr val="000000"/>
                </a:solidFill>
                <a:latin typeface="맑은 고딕"/>
                <a:ea typeface="맑은 고딕"/>
              </a:endParaRPr>
            </a:p>
            <a:p>
              <a:pPr algn="ctr">
                <a:lnSpc>
                  <a:spcPct val="110000"/>
                </a:lnSpc>
                <a:buNone/>
              </a:pPr>
              <a:r>
                <a:rPr lang="ko-KR" altLang="en-US" sz="1400" b="1" spc="-1" dirty="0">
                  <a:solidFill>
                    <a:srgbClr val="000000"/>
                  </a:solidFill>
                  <a:latin typeface="맑은 고딕"/>
                  <a:ea typeface="맑은 고딕"/>
                </a:rPr>
                <a:t> 결합한</a:t>
              </a:r>
              <a:endParaRPr lang="en-US" altLang="ko-KR" sz="1400" b="1" spc="-1" dirty="0">
                <a:solidFill>
                  <a:srgbClr val="000000"/>
                </a:solidFill>
                <a:latin typeface="맑은 고딕"/>
                <a:ea typeface="맑은 고딕"/>
              </a:endParaRPr>
            </a:p>
            <a:p>
              <a:pPr algn="ctr">
                <a:lnSpc>
                  <a:spcPct val="110000"/>
                </a:lnSpc>
                <a:buNone/>
              </a:pPr>
              <a:r>
                <a:rPr lang="ko-KR" altLang="en-US" sz="1400" b="1" spc="-1" dirty="0">
                  <a:solidFill>
                    <a:srgbClr val="000000"/>
                  </a:solidFill>
                  <a:latin typeface="맑은 고딕"/>
                  <a:ea typeface="맑은 고딕"/>
                </a:rPr>
                <a:t>완전 자동 주유 </a:t>
              </a:r>
              <a:endParaRPr lang="en-US" altLang="ko-KR" sz="1400" b="1" spc="-1" dirty="0">
                <a:solidFill>
                  <a:srgbClr val="000000"/>
                </a:solidFill>
                <a:latin typeface="맑은 고딕"/>
                <a:ea typeface="맑은 고딕"/>
              </a:endParaRPr>
            </a:p>
            <a:p>
              <a:pPr algn="ctr">
                <a:lnSpc>
                  <a:spcPct val="110000"/>
                </a:lnSpc>
                <a:buNone/>
              </a:pPr>
              <a:r>
                <a:rPr lang="ko-KR" altLang="en-US" sz="1400" b="1" spc="-1" dirty="0">
                  <a:solidFill>
                    <a:srgbClr val="000000"/>
                  </a:solidFill>
                  <a:latin typeface="맑은 고딕"/>
                  <a:ea typeface="맑은 고딕"/>
                </a:rPr>
                <a:t>시스템 구축</a:t>
              </a:r>
              <a:endParaRPr lang="en-US" altLang="ko-KR" sz="1400" b="1" spc="-1" dirty="0">
                <a:solidFill>
                  <a:srgbClr val="000000"/>
                </a:solidFill>
                <a:latin typeface="맑은 고딕"/>
                <a:ea typeface="맑은 고딕"/>
              </a:endParaRPr>
            </a:p>
            <a:p>
              <a:pPr algn="ctr">
                <a:lnSpc>
                  <a:spcPct val="110000"/>
                </a:lnSpc>
                <a:buNone/>
              </a:pPr>
              <a:endParaRPr lang="en-US" altLang="ko-KR" sz="1400" b="1" spc="-1" dirty="0">
                <a:solidFill>
                  <a:srgbClr val="000000"/>
                </a:solidFill>
                <a:latin typeface="맑은 고딕"/>
                <a:ea typeface="맑은 고딕"/>
              </a:endParaRPr>
            </a:p>
            <a:p>
              <a:pPr algn="ctr">
                <a:lnSpc>
                  <a:spcPct val="110000"/>
                </a:lnSpc>
                <a:buNone/>
              </a:pPr>
              <a:br>
                <a:rPr lang="en-US" altLang="ko-KR" sz="1400" b="1" strike="noStrike" spc="-1" dirty="0">
                  <a:solidFill>
                    <a:srgbClr val="000000"/>
                  </a:solidFill>
                  <a:latin typeface="맑은 고딕"/>
                  <a:ea typeface="맑은 고딕"/>
                </a:rPr>
              </a:br>
              <a:endParaRPr lang="en-US" altLang="ko-KR" sz="1400" b="1" strike="noStrike" spc="-1" dirty="0">
                <a:solidFill>
                  <a:srgbClr val="000000"/>
                </a:solidFill>
                <a:latin typeface="맑은 고딕"/>
                <a:ea typeface="맑은 고딕"/>
              </a:endParaRPr>
            </a:p>
          </p:txBody>
        </p:sp>
      </p:grpSp>
      <p:sp>
        <p:nvSpPr>
          <p:cNvPr id="306" name="TextBox 77"/>
          <p:cNvSpPr/>
          <p:nvPr/>
        </p:nvSpPr>
        <p:spPr>
          <a:xfrm>
            <a:off x="7313760" y="4372020"/>
            <a:ext cx="2121480" cy="102523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10000"/>
              </a:lnSpc>
              <a:buNone/>
            </a:pPr>
            <a:r>
              <a:rPr lang="ko-KR" altLang="en-US" sz="1400" b="1" strike="noStrike" spc="-1" dirty="0">
                <a:solidFill>
                  <a:srgbClr val="000000"/>
                </a:solidFill>
                <a:latin typeface="맑은 고딕"/>
                <a:ea typeface="맑은 고딕"/>
              </a:rPr>
              <a:t>실제 차량에 </a:t>
            </a:r>
            <a:endParaRPr lang="en-US" altLang="ko-KR" sz="1400" b="1" strike="noStrike" spc="-1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algn="ctr">
              <a:lnSpc>
                <a:spcPct val="110000"/>
              </a:lnSpc>
              <a:buNone/>
            </a:pPr>
            <a:r>
              <a:rPr lang="ko-KR" altLang="en-US" sz="1400" b="1" strike="noStrike" spc="-1" dirty="0">
                <a:solidFill>
                  <a:srgbClr val="000000"/>
                </a:solidFill>
                <a:latin typeface="맑은 고딕"/>
                <a:ea typeface="맑은 고딕"/>
              </a:rPr>
              <a:t>적용 가능한</a:t>
            </a:r>
            <a:endParaRPr lang="en-US" altLang="ko-KR" sz="1400" b="1" strike="noStrike" spc="-1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algn="ctr">
              <a:lnSpc>
                <a:spcPct val="110000"/>
              </a:lnSpc>
              <a:buNone/>
            </a:pPr>
            <a:r>
              <a:rPr lang="ko-KR" altLang="en-US" sz="1400" b="1" strike="noStrike" spc="-1" dirty="0">
                <a:solidFill>
                  <a:srgbClr val="000000"/>
                </a:solidFill>
                <a:latin typeface="맑은 고딕"/>
                <a:ea typeface="맑은 고딕"/>
              </a:rPr>
              <a:t> 자동 주유 로봇</a:t>
            </a:r>
            <a:endParaRPr lang="en-US" altLang="ko-KR" sz="1400" b="1" strike="noStrike" spc="-1" dirty="0">
              <a:solidFill>
                <a:srgbClr val="000000"/>
              </a:solidFill>
              <a:latin typeface="맑은 고딕"/>
              <a:ea typeface="맑은 고딕"/>
            </a:endParaRPr>
          </a:p>
          <a:p>
            <a:pPr algn="ctr">
              <a:lnSpc>
                <a:spcPct val="110000"/>
              </a:lnSpc>
              <a:buNone/>
            </a:pPr>
            <a:r>
              <a:rPr lang="ko-KR" altLang="en-US" sz="1400" b="1" strike="noStrike" spc="-1" dirty="0">
                <a:solidFill>
                  <a:srgbClr val="000000"/>
                </a:solidFill>
                <a:latin typeface="맑은 고딕"/>
                <a:ea typeface="맑은 고딕"/>
              </a:rPr>
              <a:t> 프로토타입 구축</a:t>
            </a:r>
            <a:endParaRPr lang="en-US" sz="1400" b="0" strike="noStrike" spc="-1" dirty="0">
              <a:latin typeface="Noto Sans CJK K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그래픽 190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ln w="0">
            <a:noFill/>
          </a:ln>
        </p:spPr>
      </p:pic>
      <p:sp>
        <p:nvSpPr>
          <p:cNvPr id="308" name="사각형: 둥근 한쪽 모서리 38"/>
          <p:cNvSpPr/>
          <p:nvPr/>
        </p:nvSpPr>
        <p:spPr>
          <a:xfrm flipH="1" flipV="1">
            <a:off x="172800" y="69840"/>
            <a:ext cx="12017160" cy="122040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309" name="그룹 2"/>
          <p:cNvGrpSpPr/>
          <p:nvPr/>
        </p:nvGrpSpPr>
        <p:grpSpPr>
          <a:xfrm>
            <a:off x="376200" y="333360"/>
            <a:ext cx="5947560" cy="822960"/>
            <a:chOff x="376200" y="333360"/>
            <a:chExt cx="5947560" cy="822960"/>
          </a:xfrm>
        </p:grpSpPr>
        <p:sp>
          <p:nvSpPr>
            <p:cNvPr id="310" name="TextBox 26"/>
            <p:cNvSpPr/>
            <p:nvPr/>
          </p:nvSpPr>
          <p:spPr>
            <a:xfrm>
              <a:off x="1461600" y="366120"/>
              <a:ext cx="225144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1200" b="1" strike="noStrike" spc="-1">
                  <a:solidFill>
                    <a:srgbClr val="3378C8">
                      <a:alpha val="50000"/>
                    </a:srgbClr>
                  </a:solidFill>
                  <a:latin typeface="맑은 고딕"/>
                  <a:ea typeface="맑은 고딕"/>
                </a:rPr>
                <a:t>K-Digital Training</a:t>
              </a:r>
              <a:endParaRPr lang="en-US" sz="1200" b="0" strike="noStrike" spc="-1">
                <a:latin typeface="Noto Sans CJK KR"/>
              </a:endParaRPr>
            </a:p>
          </p:txBody>
        </p:sp>
        <p:sp>
          <p:nvSpPr>
            <p:cNvPr id="311" name="TextBox 10"/>
            <p:cNvSpPr/>
            <p:nvPr/>
          </p:nvSpPr>
          <p:spPr>
            <a:xfrm>
              <a:off x="1461600" y="585000"/>
              <a:ext cx="4862160" cy="516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ko-KR" sz="2800" b="1" strike="noStrike" spc="-1">
                  <a:solidFill>
                    <a:srgbClr val="404040"/>
                  </a:solidFill>
                  <a:latin typeface="맑은 고딕"/>
                  <a:ea typeface="맑은 고딕"/>
                </a:rPr>
                <a:t>프로젝트 팀 구성 및 역할</a:t>
              </a:r>
              <a:endParaRPr lang="en-US" sz="2800" b="0" strike="noStrike" spc="-1">
                <a:latin typeface="Noto Sans CJK KR"/>
              </a:endParaRPr>
            </a:p>
          </p:txBody>
        </p:sp>
        <p:sp>
          <p:nvSpPr>
            <p:cNvPr id="312" name="TextBox 12"/>
            <p:cNvSpPr/>
            <p:nvPr/>
          </p:nvSpPr>
          <p:spPr>
            <a:xfrm>
              <a:off x="376200" y="333360"/>
              <a:ext cx="1266120" cy="82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0" rIns="90000" bIns="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5400" b="0" strike="noStrike" spc="-1">
                  <a:solidFill>
                    <a:srgbClr val="3378C8"/>
                  </a:solidFill>
                  <a:latin typeface="세방고딕 Bold"/>
                  <a:ea typeface="세방고딕 Bold"/>
                </a:rPr>
                <a:t>02</a:t>
              </a:r>
              <a:endParaRPr lang="en-US" sz="5400" b="0" strike="noStrike" spc="-1">
                <a:latin typeface="Noto Sans CJK KR"/>
              </a:endParaRPr>
            </a:p>
          </p:txBody>
        </p:sp>
      </p:grpSp>
      <p:pic>
        <p:nvPicPr>
          <p:cNvPr id="313" name="그림 34"/>
          <p:cNvPicPr/>
          <p:nvPr/>
        </p:nvPicPr>
        <p:blipFill>
          <a:blip r:embed="rId3">
            <a:alphaModFix amt="27000"/>
          </a:blip>
          <a:stretch/>
        </p:blipFill>
        <p:spPr>
          <a:xfrm flipH="1">
            <a:off x="720" y="1917000"/>
            <a:ext cx="12191400" cy="232920"/>
          </a:xfrm>
          <a:prstGeom prst="rect">
            <a:avLst/>
          </a:prstGeom>
          <a:ln w="0">
            <a:noFill/>
          </a:ln>
        </p:spPr>
      </p:pic>
      <p:sp>
        <p:nvSpPr>
          <p:cNvPr id="315" name="TextBox 23"/>
          <p:cNvSpPr/>
          <p:nvPr/>
        </p:nvSpPr>
        <p:spPr>
          <a:xfrm>
            <a:off x="743760" y="1430280"/>
            <a:ext cx="10323720" cy="36787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endParaRPr lang="en-US" sz="1800" b="0" strike="noStrike" spc="-1" dirty="0">
              <a:latin typeface="Noto Sans CJK KR"/>
            </a:endParaRPr>
          </a:p>
        </p:txBody>
      </p:sp>
      <p:sp>
        <p:nvSpPr>
          <p:cNvPr id="317" name="TextBox 1"/>
          <p:cNvSpPr/>
          <p:nvPr/>
        </p:nvSpPr>
        <p:spPr>
          <a:xfrm>
            <a:off x="0" y="0"/>
            <a:ext cx="12191400" cy="113760"/>
          </a:xfrm>
          <a:prstGeom prst="rect">
            <a:avLst/>
          </a:prstGeom>
          <a:solidFill>
            <a:srgbClr val="FFD8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18" name="TextBox 3"/>
          <p:cNvSpPr/>
          <p:nvPr/>
        </p:nvSpPr>
        <p:spPr>
          <a:xfrm>
            <a:off x="0" y="0"/>
            <a:ext cx="1335960" cy="113760"/>
          </a:xfrm>
          <a:prstGeom prst="rect">
            <a:avLst/>
          </a:prstGeom>
          <a:solidFill>
            <a:srgbClr val="3378C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319" name="그룹 8"/>
          <p:cNvGrpSpPr/>
          <p:nvPr/>
        </p:nvGrpSpPr>
        <p:grpSpPr>
          <a:xfrm>
            <a:off x="515520" y="2097720"/>
            <a:ext cx="11217600" cy="378360"/>
            <a:chOff x="515520" y="2097720"/>
            <a:chExt cx="11217600" cy="378360"/>
          </a:xfrm>
        </p:grpSpPr>
        <p:sp>
          <p:nvSpPr>
            <p:cNvPr id="320" name="사각형: 둥근 모서리 9"/>
            <p:cNvSpPr/>
            <p:nvPr/>
          </p:nvSpPr>
          <p:spPr>
            <a:xfrm>
              <a:off x="515520" y="2097720"/>
              <a:ext cx="11217600" cy="378360"/>
            </a:xfrm>
            <a:prstGeom prst="roundRect">
              <a:avLst>
                <a:gd name="adj" fmla="val 16667"/>
              </a:avLst>
            </a:prstGeom>
            <a:solidFill>
              <a:srgbClr val="3378C8"/>
            </a:solidFill>
            <a:ln>
              <a:noFill/>
            </a:ln>
            <a:effectLst>
              <a:outerShdw dist="37674" dir="2700000" algn="tl" rotWithShape="0">
                <a:srgbClr val="3378C8">
                  <a:alpha val="4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21" name="TextBox 11"/>
            <p:cNvSpPr/>
            <p:nvPr/>
          </p:nvSpPr>
          <p:spPr>
            <a:xfrm>
              <a:off x="734040" y="2136240"/>
              <a:ext cx="5469480" cy="306323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endParaRPr lang="en-US" sz="1400" b="0" strike="noStrike" spc="-1" dirty="0">
                <a:latin typeface="Noto Sans CJK KR"/>
              </a:endParaRPr>
            </a:p>
          </p:txBody>
        </p:sp>
      </p:grpSp>
      <p:graphicFrame>
        <p:nvGraphicFramePr>
          <p:cNvPr id="322" name="표 86"/>
          <p:cNvGraphicFramePr/>
          <p:nvPr>
            <p:extLst>
              <p:ext uri="{D42A27DB-BD31-4B8C-83A1-F6EECF244321}">
                <p14:modId xmlns:p14="http://schemas.microsoft.com/office/powerpoint/2010/main" val="3253170327"/>
              </p:ext>
            </p:extLst>
          </p:nvPr>
        </p:nvGraphicFramePr>
        <p:xfrm>
          <a:off x="524520" y="2721960"/>
          <a:ext cx="11217960" cy="3665880"/>
        </p:xfrm>
        <a:graphic>
          <a:graphicData uri="http://schemas.openxmlformats.org/drawingml/2006/table">
            <a:tbl>
              <a:tblPr/>
              <a:tblGrid>
                <a:gridCol w="2243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8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475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616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sz="1600" b="0" strike="noStrike" spc="-1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</a:rPr>
                        <a:t>훈련생</a:t>
                      </a:r>
                      <a:endParaRPr lang="en-US" sz="1600" b="0" strike="noStrike" spc="-1">
                        <a:latin typeface="Noto Sans CJK KR"/>
                      </a:endParaRPr>
                    </a:p>
                  </a:txBody>
                  <a:tcPr anchor="ctr">
                    <a:lnL w="28080">
                      <a:noFill/>
                    </a:lnL>
                    <a:lnR w="2880">
                      <a:noFill/>
                    </a:lnR>
                    <a:lnT w="6480">
                      <a:solidFill>
                        <a:srgbClr val="3378C8"/>
                      </a:solidFill>
                    </a:lnT>
                    <a:lnB w="6480">
                      <a:solidFill>
                        <a:srgbClr val="3378C8"/>
                      </a:solidFill>
                    </a:lnB>
                    <a:solidFill>
                      <a:srgbClr val="3378C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sz="1600" b="1" strike="noStrike" spc="-1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</a:rPr>
                        <a:t>역할</a:t>
                      </a:r>
                      <a:endParaRPr lang="en-US" sz="1600" b="0" strike="noStrike" spc="-1">
                        <a:latin typeface="Noto Sans CJK KR"/>
                      </a:endParaRPr>
                    </a:p>
                  </a:txBody>
                  <a:tcPr anchor="ctr">
                    <a:lnL w="2880">
                      <a:noFill/>
                    </a:lnL>
                    <a:lnR w="2880">
                      <a:noFill/>
                    </a:lnR>
                    <a:lnT w="6480">
                      <a:solidFill>
                        <a:srgbClr val="3378C8"/>
                      </a:solidFill>
                    </a:lnT>
                    <a:lnB w="6480">
                      <a:solidFill>
                        <a:srgbClr val="3378C8"/>
                      </a:solidFill>
                    </a:lnB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sz="1600" b="1" strike="noStrike" spc="-1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</a:rPr>
                        <a:t>담당 업무</a:t>
                      </a:r>
                      <a:endParaRPr lang="en-US" sz="1600" b="0" strike="noStrike" spc="-1">
                        <a:latin typeface="Noto Sans CJK KR"/>
                      </a:endParaRPr>
                    </a:p>
                  </a:txBody>
                  <a:tcPr anchor="ctr">
                    <a:lnL w="2880">
                      <a:noFill/>
                    </a:lnL>
                    <a:lnR w="28080">
                      <a:noFill/>
                    </a:lnR>
                    <a:lnT w="6480">
                      <a:solidFill>
                        <a:srgbClr val="3378C8"/>
                      </a:solidFill>
                    </a:lnT>
                    <a:lnB w="6480">
                      <a:solidFill>
                        <a:srgbClr val="3378C8"/>
                      </a:solidFill>
                    </a:lnB>
                    <a:solidFill>
                      <a:srgbClr val="3378C8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5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</a:pPr>
                      <a:r>
                        <a:rPr lang="ko-KR" sz="1600" b="1" strike="noStrike" spc="-1" dirty="0" err="1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</a:rPr>
                        <a:t>전홍주</a:t>
                      </a:r>
                      <a:endParaRPr lang="en-US" sz="1600" b="0" strike="noStrike" spc="-1" dirty="0">
                        <a:latin typeface="Noto Sans CJK KR"/>
                      </a:endParaRPr>
                    </a:p>
                  </a:txBody>
                  <a:tcPr anchor="ctr">
                    <a:lnL w="28080">
                      <a:noFill/>
                    </a:lnL>
                    <a:lnR w="2880">
                      <a:solidFill>
                        <a:srgbClr val="BFBFBF"/>
                      </a:solidFill>
                    </a:lnR>
                    <a:lnT w="6480">
                      <a:solidFill>
                        <a:srgbClr val="3378C8"/>
                      </a:solidFill>
                    </a:lnT>
                    <a:lnB w="2880">
                      <a:solidFill>
                        <a:srgbClr val="BFBFBF"/>
                      </a:solidFill>
                    </a:lnB>
                    <a:pattFill prst="ltUpDiag">
                      <a:fgClr>
                        <a:srgbClr val="EAF1F9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ko-KR" sz="1600" b="1" strike="noStrike" spc="-1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</a:rPr>
                        <a:t>팀장</a:t>
                      </a:r>
                      <a:endParaRPr lang="en-US" sz="1600" b="0" strike="noStrike" spc="-1">
                        <a:latin typeface="Noto Sans CJK KR"/>
                      </a:endParaRPr>
                    </a:p>
                  </a:txBody>
                  <a:tcPr anchor="ctr">
                    <a:lnL w="2880">
                      <a:solidFill>
                        <a:srgbClr val="BFBFBF"/>
                      </a:solidFill>
                    </a:lnL>
                    <a:lnR w="2880">
                      <a:solidFill>
                        <a:srgbClr val="BFBFBF"/>
                      </a:solidFill>
                    </a:lnR>
                    <a:lnT w="6480">
                      <a:solidFill>
                        <a:srgbClr val="3378C8"/>
                      </a:solidFill>
                    </a:lnT>
                    <a:lnB w="2880">
                      <a:solidFill>
                        <a:srgbClr val="BFBFBF"/>
                      </a:solidFill>
                    </a:lnB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dirty="0"/>
                    </a:p>
                  </a:txBody>
                  <a:tcPr anchor="ctr">
                    <a:lnL w="2880">
                      <a:solidFill>
                        <a:srgbClr val="BFBFBF"/>
                      </a:solidFill>
                    </a:lnL>
                    <a:lnR w="28080">
                      <a:noFill/>
                    </a:lnR>
                    <a:lnT w="6480">
                      <a:solidFill>
                        <a:srgbClr val="3378C8"/>
                      </a:solidFill>
                    </a:lnT>
                    <a:lnB w="288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5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ko-KR" sz="1600" b="1" strike="noStrike" spc="-1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</a:rPr>
                        <a:t>김현종</a:t>
                      </a:r>
                      <a:endParaRPr lang="en-US" sz="1600" b="0" strike="noStrike" spc="-1">
                        <a:latin typeface="Noto Sans CJK KR"/>
                      </a:endParaRPr>
                    </a:p>
                  </a:txBody>
                  <a:tcPr anchor="ctr">
                    <a:lnL w="28080">
                      <a:noFill/>
                    </a:lnL>
                    <a:lnR w="2880">
                      <a:solidFill>
                        <a:srgbClr val="BFBFBF"/>
                      </a:solidFill>
                    </a:lnR>
                    <a:lnT w="2880">
                      <a:solidFill>
                        <a:srgbClr val="BFBFBF"/>
                      </a:solidFill>
                    </a:lnT>
                    <a:lnB w="2880">
                      <a:solidFill>
                        <a:srgbClr val="BFBFBF"/>
                      </a:solidFill>
                    </a:lnB>
                    <a:pattFill prst="ltUpDiag">
                      <a:fgClr>
                        <a:srgbClr val="EAF1F9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ko-KR" sz="1600" b="1" strike="noStrike" spc="-1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</a:rPr>
                        <a:t>팀원</a:t>
                      </a:r>
                      <a:endParaRPr lang="en-US" sz="1600" b="0" strike="noStrike" spc="-1">
                        <a:latin typeface="Noto Sans CJK KR"/>
                      </a:endParaRPr>
                    </a:p>
                  </a:txBody>
                  <a:tcPr anchor="ctr">
                    <a:lnL w="2880">
                      <a:solidFill>
                        <a:srgbClr val="BFBFBF"/>
                      </a:solidFill>
                    </a:lnL>
                    <a:lnR w="2880">
                      <a:solidFill>
                        <a:srgbClr val="BFBFBF"/>
                      </a:solidFill>
                    </a:lnR>
                    <a:lnT w="2880">
                      <a:solidFill>
                        <a:srgbClr val="BFBFBF"/>
                      </a:solidFill>
                    </a:lnT>
                    <a:lnB w="2880">
                      <a:solidFill>
                        <a:srgbClr val="BFBFBF"/>
                      </a:solidFill>
                    </a:lnB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dirty="0"/>
                    </a:p>
                  </a:txBody>
                  <a:tcPr anchor="ctr">
                    <a:lnL w="2880">
                      <a:solidFill>
                        <a:srgbClr val="BFBFBF"/>
                      </a:solidFill>
                    </a:lnL>
                    <a:lnR w="28080">
                      <a:noFill/>
                    </a:lnR>
                    <a:lnT w="2880">
                      <a:solidFill>
                        <a:srgbClr val="BFBFBF"/>
                      </a:solidFill>
                    </a:lnT>
                    <a:lnB w="288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580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ko-KR" sz="1600" b="1" strike="noStrike" spc="-1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</a:rPr>
                        <a:t>안효원</a:t>
                      </a:r>
                      <a:endParaRPr lang="en-US" sz="1600" b="0" strike="noStrike" spc="-1">
                        <a:latin typeface="Noto Sans CJK KR"/>
                      </a:endParaRPr>
                    </a:p>
                  </a:txBody>
                  <a:tcPr anchor="ctr">
                    <a:lnL w="28080">
                      <a:noFill/>
                    </a:lnL>
                    <a:lnR w="2880">
                      <a:solidFill>
                        <a:srgbClr val="BFBFBF"/>
                      </a:solidFill>
                    </a:lnR>
                    <a:lnT w="2880">
                      <a:solidFill>
                        <a:srgbClr val="BFBFBF"/>
                      </a:solidFill>
                    </a:lnT>
                    <a:lnB w="2880">
                      <a:solidFill>
                        <a:srgbClr val="BFBFBF"/>
                      </a:solidFill>
                    </a:lnB>
                    <a:pattFill prst="ltUpDiag">
                      <a:fgClr>
                        <a:srgbClr val="EAF1F9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ko-KR" sz="1600" b="1" strike="noStrike" spc="-1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</a:rPr>
                        <a:t>팀원</a:t>
                      </a:r>
                      <a:endParaRPr lang="en-US" sz="1600" b="0" strike="noStrike" spc="-1">
                        <a:latin typeface="Noto Sans CJK KR"/>
                      </a:endParaRPr>
                    </a:p>
                  </a:txBody>
                  <a:tcPr anchor="ctr">
                    <a:lnL w="2880">
                      <a:solidFill>
                        <a:srgbClr val="BFBFBF"/>
                      </a:solidFill>
                    </a:lnL>
                    <a:lnR w="2880">
                      <a:solidFill>
                        <a:srgbClr val="BFBFBF"/>
                      </a:solidFill>
                    </a:lnR>
                    <a:lnT w="2880">
                      <a:solidFill>
                        <a:srgbClr val="BFBFBF"/>
                      </a:solidFill>
                    </a:lnT>
                    <a:lnB w="2880">
                      <a:solidFill>
                        <a:srgbClr val="BFBFBF"/>
                      </a:solidFill>
                    </a:lnB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dirty="0"/>
                    </a:p>
                  </a:txBody>
                  <a:tcPr anchor="ctr">
                    <a:lnL w="2880">
                      <a:solidFill>
                        <a:srgbClr val="BFBFBF"/>
                      </a:solidFill>
                    </a:lnL>
                    <a:lnR w="28080">
                      <a:noFill/>
                    </a:lnR>
                    <a:lnT w="2880">
                      <a:solidFill>
                        <a:srgbClr val="BFBFBF"/>
                      </a:solidFill>
                    </a:lnT>
                    <a:lnB w="2880">
                      <a:solidFill>
                        <a:srgbClr val="BFBFBF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6880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ko-KR" sz="1600" b="1" strike="noStrike" spc="-1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</a:rPr>
                        <a:t>정예찬</a:t>
                      </a:r>
                      <a:endParaRPr lang="en-US" sz="1600" b="0" strike="noStrike" spc="-1">
                        <a:latin typeface="Noto Sans CJK KR"/>
                      </a:endParaRPr>
                    </a:p>
                  </a:txBody>
                  <a:tcPr anchor="ctr">
                    <a:lnL w="28080">
                      <a:noFill/>
                    </a:lnL>
                    <a:lnR w="2880">
                      <a:solidFill>
                        <a:srgbClr val="BFBFBF"/>
                      </a:solidFill>
                    </a:lnR>
                    <a:lnT w="2880">
                      <a:solidFill>
                        <a:srgbClr val="BFBFBF"/>
                      </a:solidFill>
                    </a:lnT>
                    <a:lnB w="6480">
                      <a:solidFill>
                        <a:srgbClr val="A6A6A6"/>
                      </a:solidFill>
                    </a:lnB>
                    <a:pattFill prst="ltUpDiag">
                      <a:fgClr>
                        <a:srgbClr val="EAF1F9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ko-KR" sz="1600" b="1" strike="noStrike" spc="-1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</a:rPr>
                        <a:t>팀원</a:t>
                      </a:r>
                      <a:endParaRPr lang="en-US" sz="1600" b="0" strike="noStrike" spc="-1">
                        <a:latin typeface="Noto Sans CJK KR"/>
                      </a:endParaRPr>
                    </a:p>
                  </a:txBody>
                  <a:tcPr anchor="ctr">
                    <a:lnL w="2880">
                      <a:solidFill>
                        <a:srgbClr val="BFBFBF"/>
                      </a:solidFill>
                    </a:lnL>
                    <a:lnR w="2880">
                      <a:solidFill>
                        <a:srgbClr val="BFBFBF"/>
                      </a:solidFill>
                    </a:lnR>
                    <a:lnT w="2880">
                      <a:solidFill>
                        <a:srgbClr val="BFBFBF"/>
                      </a:solidFill>
                    </a:lnT>
                    <a:lnB w="6480">
                      <a:solidFill>
                        <a:srgbClr val="A6A6A6"/>
                      </a:solidFill>
                    </a:lnB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dirty="0"/>
                    </a:p>
                  </a:txBody>
                  <a:tcPr anchor="ctr">
                    <a:lnL w="2880">
                      <a:solidFill>
                        <a:srgbClr val="BFBFBF"/>
                      </a:solidFill>
                    </a:lnL>
                    <a:lnR w="28080">
                      <a:noFill/>
                    </a:lnR>
                    <a:lnT w="2880">
                      <a:solidFill>
                        <a:srgbClr val="BFBFBF"/>
                      </a:solidFill>
                    </a:lnT>
                    <a:lnB w="6480">
                      <a:solidFill>
                        <a:srgbClr val="A6A6A6"/>
                      </a:solidFill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pic>
        <p:nvPicPr>
          <p:cNvPr id="323" name="그래픽 98"/>
          <p:cNvPicPr/>
          <p:nvPr/>
        </p:nvPicPr>
        <p:blipFill>
          <a:blip r:embed="rId4"/>
          <a:srcRect l="34970"/>
          <a:stretch/>
        </p:blipFill>
        <p:spPr>
          <a:xfrm rot="14660400">
            <a:off x="1440" y="5531040"/>
            <a:ext cx="1451880" cy="916560"/>
          </a:xfrm>
          <a:prstGeom prst="rect">
            <a:avLst/>
          </a:prstGeom>
          <a:ln w="0">
            <a:noFill/>
          </a:ln>
        </p:spPr>
      </p:pic>
      <p:pic>
        <p:nvPicPr>
          <p:cNvPr id="324" name="그래픽 121"/>
          <p:cNvPicPr/>
          <p:nvPr/>
        </p:nvPicPr>
        <p:blipFill>
          <a:blip r:embed="rId5"/>
          <a:stretch/>
        </p:blipFill>
        <p:spPr>
          <a:xfrm>
            <a:off x="9804600" y="6126480"/>
            <a:ext cx="109080" cy="109080"/>
          </a:xfrm>
          <a:prstGeom prst="rect">
            <a:avLst/>
          </a:prstGeom>
          <a:ln w="0">
            <a:noFill/>
          </a:ln>
        </p:spPr>
      </p:pic>
      <p:grpSp>
        <p:nvGrpSpPr>
          <p:cNvPr id="325" name="그룹 21"/>
          <p:cNvGrpSpPr/>
          <p:nvPr/>
        </p:nvGrpSpPr>
        <p:grpSpPr>
          <a:xfrm>
            <a:off x="4525920" y="3492360"/>
            <a:ext cx="2363040" cy="388800"/>
            <a:chOff x="4525920" y="3492360"/>
            <a:chExt cx="2363040" cy="388800"/>
          </a:xfrm>
        </p:grpSpPr>
        <p:sp>
          <p:nvSpPr>
            <p:cNvPr id="326" name="사각형: 둥근 모서리 137"/>
            <p:cNvSpPr/>
            <p:nvPr/>
          </p:nvSpPr>
          <p:spPr>
            <a:xfrm>
              <a:off x="4525920" y="3523320"/>
              <a:ext cx="1912980" cy="35784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tIns="45000" rIns="90000" bIns="45000" anchor="t">
              <a:noAutofit/>
            </a:bodyPr>
            <a:lstStyle/>
            <a:p>
              <a:r>
                <a:rPr lang="en-US" altLang="ko-KR" sz="1200" b="1" strike="noStrike" spc="-1" dirty="0">
                  <a:solidFill>
                    <a:srgbClr val="3B3838"/>
                  </a:solidFill>
                  <a:latin typeface="맑은 고딕"/>
                  <a:ea typeface="맑은 고딕"/>
                </a:rPr>
                <a:t>        </a:t>
              </a:r>
              <a:r>
                <a:rPr lang="ko-KR" altLang="en-US" sz="1200" b="1" spc="-1" dirty="0">
                  <a:solidFill>
                    <a:srgbClr val="3B3838"/>
                  </a:solidFill>
                  <a:latin typeface="맑은 고딕"/>
                  <a:ea typeface="맑은 고딕"/>
                </a:rPr>
                <a:t>전체 시스템 총괄</a:t>
              </a:r>
              <a:endParaRPr lang="en-US" altLang="ko-KR" sz="1200" b="0" strike="noStrike" spc="-1" dirty="0">
                <a:latin typeface="Noto Sans CJK KR"/>
              </a:endParaRPr>
            </a:p>
            <a:p>
              <a:pPr>
                <a:lnSpc>
                  <a:spcPct val="100000"/>
                </a:lnSpc>
                <a:buNone/>
              </a:pPr>
              <a:endParaRPr lang="en-US" sz="1200" b="0" strike="noStrike" spc="-1" dirty="0">
                <a:latin typeface="Noto Sans CJK KR"/>
              </a:endParaRPr>
            </a:p>
            <a:p>
              <a:endParaRPr lang="en-US" sz="1800" b="0" strike="noStrike" spc="-1" dirty="0">
                <a:latin typeface="Noto Sans CJK KR"/>
              </a:endParaRPr>
            </a:p>
          </p:txBody>
        </p:sp>
        <p:sp>
          <p:nvSpPr>
            <p:cNvPr id="327" name="타원 139"/>
            <p:cNvSpPr/>
            <p:nvPr/>
          </p:nvSpPr>
          <p:spPr>
            <a:xfrm>
              <a:off x="4525920" y="3492360"/>
              <a:ext cx="357840" cy="357840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pic>
          <p:nvPicPr>
            <p:cNvPr id="328" name="그래픽 143"/>
            <p:cNvPicPr/>
            <p:nvPr/>
          </p:nvPicPr>
          <p:blipFill>
            <a:blip r:embed="rId6"/>
            <a:stretch/>
          </p:blipFill>
          <p:spPr>
            <a:xfrm>
              <a:off x="4600440" y="3566880"/>
              <a:ext cx="208800" cy="20880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329" name="TextBox 149"/>
            <p:cNvSpPr/>
            <p:nvPr/>
          </p:nvSpPr>
          <p:spPr>
            <a:xfrm>
              <a:off x="5023080" y="3519000"/>
              <a:ext cx="1865880" cy="275545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  <a:tabLst>
                  <a:tab pos="0" algn="l"/>
                </a:tabLst>
              </a:pPr>
              <a:r>
                <a:rPr lang="en-US" sz="1200" b="1" strike="noStrike" spc="-1" dirty="0">
                  <a:solidFill>
                    <a:srgbClr val="3B3838"/>
                  </a:solidFill>
                  <a:latin typeface="맑은 고딕"/>
                  <a:ea typeface="맑은 고딕"/>
                </a:rPr>
                <a:t> </a:t>
              </a:r>
              <a:endParaRPr lang="en-US" sz="1200" b="0" strike="noStrike" spc="-1" dirty="0">
                <a:latin typeface="Noto Sans CJK KR"/>
              </a:endParaRPr>
            </a:p>
          </p:txBody>
        </p:sp>
      </p:grpSp>
      <p:grpSp>
        <p:nvGrpSpPr>
          <p:cNvPr id="330" name="그룹 6"/>
          <p:cNvGrpSpPr/>
          <p:nvPr/>
        </p:nvGrpSpPr>
        <p:grpSpPr>
          <a:xfrm>
            <a:off x="6652539" y="3527096"/>
            <a:ext cx="3152061" cy="486851"/>
            <a:chOff x="6718157" y="3527096"/>
            <a:chExt cx="2928913" cy="486851"/>
          </a:xfrm>
        </p:grpSpPr>
        <p:sp>
          <p:nvSpPr>
            <p:cNvPr id="331" name="사각형: 둥근 모서리 145"/>
            <p:cNvSpPr/>
            <p:nvPr/>
          </p:nvSpPr>
          <p:spPr>
            <a:xfrm>
              <a:off x="6718158" y="3527096"/>
              <a:ext cx="2928912" cy="35784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ko-KR" altLang="en-US" dirty="0"/>
            </a:p>
          </p:txBody>
        </p:sp>
        <p:sp>
          <p:nvSpPr>
            <p:cNvPr id="332" name="타원 147"/>
            <p:cNvSpPr/>
            <p:nvPr/>
          </p:nvSpPr>
          <p:spPr>
            <a:xfrm>
              <a:off x="6718157" y="3527096"/>
              <a:ext cx="357840" cy="357840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33" name="TextBox 150"/>
            <p:cNvSpPr/>
            <p:nvPr/>
          </p:nvSpPr>
          <p:spPr>
            <a:xfrm>
              <a:off x="7272558" y="3553736"/>
              <a:ext cx="2073587" cy="460211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square" lIns="90000" tIns="45000" rIns="90000" bIns="45000" anchor="t">
              <a:spAutoFit/>
            </a:bodyPr>
            <a:lstStyle/>
            <a:p>
              <a:r>
                <a:rPr lang="en-US" altLang="ko-KR" sz="1200" b="1" spc="-1" dirty="0">
                  <a:solidFill>
                    <a:srgbClr val="3B3838"/>
                  </a:solidFill>
                  <a:latin typeface="맑은 고딕"/>
                  <a:ea typeface="맑은 고딕"/>
                </a:rPr>
                <a:t>Robot Arm</a:t>
              </a:r>
              <a:r>
                <a:rPr lang="ko-KR" altLang="ko-KR" sz="1200" b="1" strike="noStrike" spc="-1" dirty="0">
                  <a:solidFill>
                    <a:srgbClr val="3B3838"/>
                  </a:solidFill>
                  <a:latin typeface="맑은 고딕"/>
                  <a:ea typeface="맑은 고딕"/>
                </a:rPr>
                <a:t> 조작 시스템</a:t>
              </a:r>
              <a:r>
                <a:rPr lang="en-US" altLang="ko-KR" sz="1200" b="1" strike="noStrike" spc="-1" dirty="0">
                  <a:solidFill>
                    <a:srgbClr val="3B3838"/>
                  </a:solidFill>
                  <a:latin typeface="맑은 고딕"/>
                  <a:ea typeface="맑은 고딕"/>
                </a:rPr>
                <a:t> </a:t>
              </a:r>
              <a:r>
                <a:rPr lang="ko-KR" altLang="ko-KR" sz="1200" b="1" strike="noStrike" spc="-1" dirty="0">
                  <a:solidFill>
                    <a:srgbClr val="3B3838"/>
                  </a:solidFill>
                  <a:latin typeface="맑은 고딕"/>
                  <a:ea typeface="맑은 고딕"/>
                </a:rPr>
                <a:t>개발</a:t>
              </a:r>
              <a:endParaRPr lang="en-US" altLang="ko-KR" sz="1200" b="0" strike="noStrike" spc="-1" dirty="0">
                <a:latin typeface="Noto Sans CJK KR"/>
              </a:endParaRPr>
            </a:p>
            <a:p>
              <a:pPr>
                <a:lnSpc>
                  <a:spcPct val="100000"/>
                </a:lnSpc>
                <a:buNone/>
              </a:pPr>
              <a:endParaRPr lang="en-US" sz="1200" b="0" strike="noStrike" spc="-1" dirty="0">
                <a:latin typeface="Noto Sans CJK KR"/>
              </a:endParaRPr>
            </a:p>
          </p:txBody>
        </p:sp>
        <p:pic>
          <p:nvPicPr>
            <p:cNvPr id="334" name="그래픽 152"/>
            <p:cNvPicPr/>
            <p:nvPr/>
          </p:nvPicPr>
          <p:blipFill>
            <a:blip r:embed="rId7"/>
            <a:stretch/>
          </p:blipFill>
          <p:spPr>
            <a:xfrm>
              <a:off x="6823277" y="3601616"/>
              <a:ext cx="190440" cy="20304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335" name="사각형: 둥근 모서리 154"/>
          <p:cNvSpPr/>
          <p:nvPr/>
        </p:nvSpPr>
        <p:spPr>
          <a:xfrm>
            <a:off x="4525920" y="4251600"/>
            <a:ext cx="2712240" cy="357840"/>
          </a:xfrm>
          <a:prstGeom prst="roundRect">
            <a:avLst>
              <a:gd name="adj" fmla="val 50000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/>
          <a:lstStyle/>
          <a:p>
            <a:endParaRPr lang="ko-KR" altLang="en-US" dirty="0"/>
          </a:p>
        </p:txBody>
      </p:sp>
      <p:sp>
        <p:nvSpPr>
          <p:cNvPr id="336" name="타원 155"/>
          <p:cNvSpPr/>
          <p:nvPr/>
        </p:nvSpPr>
        <p:spPr>
          <a:xfrm>
            <a:off x="4525920" y="4251600"/>
            <a:ext cx="357840" cy="357840"/>
          </a:xfrm>
          <a:prstGeom prst="ellipse">
            <a:avLst/>
          </a:prstGeom>
          <a:solidFill>
            <a:srgbClr val="3378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337" name="TextBox 159"/>
          <p:cNvSpPr/>
          <p:nvPr/>
        </p:nvSpPr>
        <p:spPr>
          <a:xfrm>
            <a:off x="5023080" y="4278240"/>
            <a:ext cx="1865880" cy="272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</a:pPr>
            <a:r>
              <a:rPr lang="ko-KR" sz="1200" b="1" strike="noStrike" spc="-1" dirty="0">
                <a:solidFill>
                  <a:srgbClr val="3B3838"/>
                </a:solidFill>
                <a:latin typeface="맑은 고딕"/>
                <a:ea typeface="맑은 고딕"/>
              </a:rPr>
              <a:t>비전 인식 시스템 개발</a:t>
            </a:r>
            <a:endParaRPr lang="en-US" sz="1200" b="0" strike="noStrike" spc="-1" dirty="0">
              <a:latin typeface="Noto Sans CJK KR"/>
            </a:endParaRPr>
          </a:p>
        </p:txBody>
      </p:sp>
      <p:grpSp>
        <p:nvGrpSpPr>
          <p:cNvPr id="339" name="그룹 27"/>
          <p:cNvGrpSpPr/>
          <p:nvPr/>
        </p:nvGrpSpPr>
        <p:grpSpPr>
          <a:xfrm>
            <a:off x="4525920" y="5045760"/>
            <a:ext cx="2704598" cy="357840"/>
            <a:chOff x="4525920" y="5045760"/>
            <a:chExt cx="2704598" cy="357840"/>
          </a:xfrm>
        </p:grpSpPr>
        <p:sp>
          <p:nvSpPr>
            <p:cNvPr id="340" name="사각형: 둥근 모서리 162"/>
            <p:cNvSpPr/>
            <p:nvPr/>
          </p:nvSpPr>
          <p:spPr>
            <a:xfrm>
              <a:off x="4525920" y="5045760"/>
              <a:ext cx="1797840" cy="35784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ko-KR" altLang="en-US" dirty="0"/>
            </a:p>
          </p:txBody>
        </p:sp>
        <p:sp>
          <p:nvSpPr>
            <p:cNvPr id="341" name="타원 163"/>
            <p:cNvSpPr/>
            <p:nvPr/>
          </p:nvSpPr>
          <p:spPr>
            <a:xfrm>
              <a:off x="4525920" y="5045760"/>
              <a:ext cx="357840" cy="357840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42" name="TextBox 167"/>
            <p:cNvSpPr/>
            <p:nvPr/>
          </p:nvSpPr>
          <p:spPr>
            <a:xfrm>
              <a:off x="4880798" y="5106308"/>
              <a:ext cx="2349720" cy="275545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square"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1200" b="1" strike="noStrike" spc="-1" dirty="0">
                  <a:solidFill>
                    <a:srgbClr val="3B3838"/>
                  </a:solidFill>
                  <a:latin typeface="맑은 고딕"/>
                  <a:ea typeface="맑은 고딕"/>
                </a:rPr>
                <a:t> </a:t>
              </a:r>
              <a:r>
                <a:rPr lang="ko-KR" sz="1200" b="1" strike="noStrike" spc="-1" dirty="0">
                  <a:solidFill>
                    <a:srgbClr val="3B3838"/>
                  </a:solidFill>
                  <a:latin typeface="맑은 고딕"/>
                  <a:ea typeface="맑은 고딕"/>
                </a:rPr>
                <a:t>차량 </a:t>
              </a:r>
              <a:r>
                <a:rPr lang="en-US" altLang="ko-KR" sz="1200" b="1" spc="-1" dirty="0">
                  <a:solidFill>
                    <a:srgbClr val="3B3838"/>
                  </a:solidFill>
                  <a:latin typeface="맑은 고딕"/>
                  <a:ea typeface="맑은 고딕"/>
                </a:rPr>
                <a:t>A</a:t>
              </a:r>
              <a:r>
                <a:rPr lang="en-US" sz="1200" b="1" strike="noStrike" spc="-1" dirty="0">
                  <a:solidFill>
                    <a:srgbClr val="3B3838"/>
                  </a:solidFill>
                  <a:latin typeface="맑은 고딕"/>
                  <a:ea typeface="맑은 고딕"/>
                </a:rPr>
                <a:t>sset </a:t>
              </a:r>
              <a:r>
                <a:rPr lang="ko-KR" sz="1200" b="1" strike="noStrike" spc="-1" dirty="0">
                  <a:solidFill>
                    <a:srgbClr val="3B3838"/>
                  </a:solidFill>
                  <a:latin typeface="맑은 고딕"/>
                  <a:ea typeface="맑은 고딕"/>
                </a:rPr>
                <a:t>생성</a:t>
              </a:r>
              <a:r>
                <a:rPr lang="en-US" altLang="ko-KR" sz="1200" b="1" strike="noStrike" spc="-1" dirty="0">
                  <a:solidFill>
                    <a:srgbClr val="3B3838"/>
                  </a:solidFill>
                  <a:latin typeface="맑은 고딕"/>
                  <a:ea typeface="맑은 고딕"/>
                </a:rPr>
                <a:t> </a:t>
              </a:r>
              <a:endParaRPr lang="en-US" sz="1200" b="0" strike="noStrike" spc="-1" dirty="0">
                <a:latin typeface="Noto Sans CJK KR"/>
              </a:endParaRPr>
            </a:p>
          </p:txBody>
        </p:sp>
        <p:pic>
          <p:nvPicPr>
            <p:cNvPr id="343" name="그래픽 181"/>
            <p:cNvPicPr/>
            <p:nvPr/>
          </p:nvPicPr>
          <p:blipFill>
            <a:blip r:embed="rId8"/>
            <a:stretch/>
          </p:blipFill>
          <p:spPr>
            <a:xfrm>
              <a:off x="4602600" y="5120280"/>
              <a:ext cx="219240" cy="20088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344" name="그룹 25"/>
          <p:cNvGrpSpPr/>
          <p:nvPr/>
        </p:nvGrpSpPr>
        <p:grpSpPr>
          <a:xfrm>
            <a:off x="6562650" y="5044482"/>
            <a:ext cx="4991339" cy="358917"/>
            <a:chOff x="7579440" y="5045760"/>
            <a:chExt cx="4991339" cy="358917"/>
          </a:xfrm>
        </p:grpSpPr>
        <p:sp>
          <p:nvSpPr>
            <p:cNvPr id="345" name="사각형: 둥근 모서리 165"/>
            <p:cNvSpPr/>
            <p:nvPr/>
          </p:nvSpPr>
          <p:spPr>
            <a:xfrm>
              <a:off x="7579440" y="5045760"/>
              <a:ext cx="2712240" cy="35784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46" name="타원 166"/>
            <p:cNvSpPr/>
            <p:nvPr/>
          </p:nvSpPr>
          <p:spPr>
            <a:xfrm>
              <a:off x="7579440" y="5045760"/>
              <a:ext cx="357840" cy="357840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47" name="TextBox 168"/>
            <p:cNvSpPr/>
            <p:nvPr/>
          </p:nvSpPr>
          <p:spPr>
            <a:xfrm>
              <a:off x="8133840" y="5072400"/>
              <a:ext cx="186588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ko-KR" sz="1200" b="1" strike="noStrike" spc="-1" dirty="0">
                  <a:solidFill>
                    <a:srgbClr val="3B3838"/>
                  </a:solidFill>
                  <a:latin typeface="맑은 고딕"/>
                  <a:ea typeface="맑은 고딕"/>
                </a:rPr>
                <a:t>차량 주행 시스템 개발</a:t>
              </a:r>
              <a:endParaRPr lang="en-US" sz="1200" b="0" strike="noStrike" spc="-1" dirty="0">
                <a:latin typeface="Noto Sans CJK KR"/>
              </a:endParaRPr>
            </a:p>
          </p:txBody>
        </p:sp>
        <p:pic>
          <p:nvPicPr>
            <p:cNvPr id="348" name="그래픽 183"/>
            <p:cNvPicPr/>
            <p:nvPr/>
          </p:nvPicPr>
          <p:blipFill>
            <a:blip r:embed="rId9"/>
            <a:stretch/>
          </p:blipFill>
          <p:spPr>
            <a:xfrm>
              <a:off x="7638480" y="5153760"/>
              <a:ext cx="239760" cy="14976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4" name="사각형: 둥근 모서리 165">
              <a:extLst>
                <a:ext uri="{FF2B5EF4-FFF2-40B4-BE49-F238E27FC236}">
                  <a16:creationId xmlns:a16="http://schemas.microsoft.com/office/drawing/2014/main" id="{987BBF0D-B791-C72A-38A8-CB2FE016B51D}"/>
                </a:ext>
              </a:extLst>
            </p:cNvPr>
            <p:cNvSpPr/>
            <p:nvPr/>
          </p:nvSpPr>
          <p:spPr>
            <a:xfrm>
              <a:off x="10387101" y="5046837"/>
              <a:ext cx="1283760" cy="35784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5" name="타원 166">
              <a:extLst>
                <a:ext uri="{FF2B5EF4-FFF2-40B4-BE49-F238E27FC236}">
                  <a16:creationId xmlns:a16="http://schemas.microsoft.com/office/drawing/2014/main" id="{495446AD-6594-7E8A-8C86-140E05751B68}"/>
                </a:ext>
              </a:extLst>
            </p:cNvPr>
            <p:cNvSpPr/>
            <p:nvPr/>
          </p:nvSpPr>
          <p:spPr>
            <a:xfrm>
              <a:off x="10387101" y="5046837"/>
              <a:ext cx="357840" cy="357840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6" name="TextBox 168">
              <a:extLst>
                <a:ext uri="{FF2B5EF4-FFF2-40B4-BE49-F238E27FC236}">
                  <a16:creationId xmlns:a16="http://schemas.microsoft.com/office/drawing/2014/main" id="{C4A94B77-1FE6-1936-D11E-AA9618A9BABA}"/>
                </a:ext>
              </a:extLst>
            </p:cNvPr>
            <p:cNvSpPr/>
            <p:nvPr/>
          </p:nvSpPr>
          <p:spPr>
            <a:xfrm>
              <a:off x="10704899" y="5098560"/>
              <a:ext cx="1865880" cy="275545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ko-KR" altLang="en-US" sz="1200" b="1" strike="noStrike" spc="-1" dirty="0">
                  <a:solidFill>
                    <a:srgbClr val="3B3838"/>
                  </a:solidFill>
                  <a:latin typeface="맑은 고딕"/>
                  <a:ea typeface="맑은 고딕"/>
                </a:rPr>
                <a:t>환경 구축</a:t>
              </a:r>
              <a:endParaRPr lang="en-US" sz="1200" b="0" strike="noStrike" spc="-1" dirty="0">
                <a:latin typeface="Noto Sans CJK KR"/>
              </a:endParaRPr>
            </a:p>
          </p:txBody>
        </p:sp>
        <p:pic>
          <p:nvPicPr>
            <p:cNvPr id="27" name="그래픽 183">
              <a:extLst>
                <a:ext uri="{FF2B5EF4-FFF2-40B4-BE49-F238E27FC236}">
                  <a16:creationId xmlns:a16="http://schemas.microsoft.com/office/drawing/2014/main" id="{2B17A5EF-858F-926D-986F-CF5A36EF0AEB}"/>
                </a:ext>
              </a:extLst>
            </p:cNvPr>
            <p:cNvPicPr/>
            <p:nvPr/>
          </p:nvPicPr>
          <p:blipFill>
            <a:blip r:embed="rId9"/>
            <a:stretch/>
          </p:blipFill>
          <p:spPr>
            <a:xfrm>
              <a:off x="10446141" y="5154837"/>
              <a:ext cx="239760" cy="14976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349" name="그룹 22"/>
          <p:cNvGrpSpPr/>
          <p:nvPr/>
        </p:nvGrpSpPr>
        <p:grpSpPr>
          <a:xfrm>
            <a:off x="7432300" y="4259827"/>
            <a:ext cx="3101260" cy="357840"/>
            <a:chOff x="7579440" y="4251600"/>
            <a:chExt cx="2881709" cy="357840"/>
          </a:xfrm>
        </p:grpSpPr>
        <p:sp>
          <p:nvSpPr>
            <p:cNvPr id="350" name="사각형: 둥근 모서리 157"/>
            <p:cNvSpPr/>
            <p:nvPr/>
          </p:nvSpPr>
          <p:spPr>
            <a:xfrm>
              <a:off x="7579440" y="4251600"/>
              <a:ext cx="2881709" cy="35784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51" name="타원 158"/>
            <p:cNvSpPr/>
            <p:nvPr/>
          </p:nvSpPr>
          <p:spPr>
            <a:xfrm>
              <a:off x="7579440" y="4251600"/>
              <a:ext cx="357840" cy="357840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352" name="TextBox 160"/>
            <p:cNvSpPr/>
            <p:nvPr/>
          </p:nvSpPr>
          <p:spPr>
            <a:xfrm>
              <a:off x="8133840" y="4278240"/>
              <a:ext cx="2073589" cy="275545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square" lIns="90000" tIns="45000" rIns="90000" bIns="45000" anchor="t">
              <a:spAutoFit/>
            </a:bodyPr>
            <a:lstStyle/>
            <a:p>
              <a:r>
                <a:rPr lang="en-US" altLang="ko-KR" sz="1200" b="1" spc="-1" dirty="0">
                  <a:solidFill>
                    <a:srgbClr val="3B3838"/>
                  </a:solidFill>
                  <a:latin typeface="맑은 고딕"/>
                  <a:ea typeface="맑은 고딕"/>
                </a:rPr>
                <a:t>Robot Arm</a:t>
              </a:r>
              <a:r>
                <a:rPr lang="ko-KR" altLang="ko-KR" sz="1200" b="1" strike="noStrike" spc="-1" dirty="0">
                  <a:solidFill>
                    <a:srgbClr val="3B3838"/>
                  </a:solidFill>
                  <a:latin typeface="맑은 고딕"/>
                  <a:ea typeface="맑은 고딕"/>
                </a:rPr>
                <a:t> 조작 시스템 개발</a:t>
              </a:r>
              <a:endParaRPr lang="en-US" altLang="ko-KR" sz="1200" b="0" strike="noStrike" spc="-1" dirty="0">
                <a:latin typeface="Noto Sans CJK KR"/>
              </a:endParaRPr>
            </a:p>
          </p:txBody>
        </p:sp>
        <p:pic>
          <p:nvPicPr>
            <p:cNvPr id="353" name="그래픽 185"/>
            <p:cNvPicPr/>
            <p:nvPr/>
          </p:nvPicPr>
          <p:blipFill>
            <a:blip r:embed="rId10"/>
            <a:stretch/>
          </p:blipFill>
          <p:spPr>
            <a:xfrm>
              <a:off x="7650360" y="4316760"/>
              <a:ext cx="227880" cy="218520"/>
            </a:xfrm>
            <a:prstGeom prst="rect">
              <a:avLst/>
            </a:prstGeom>
            <a:ln w="0">
              <a:noFill/>
            </a:ln>
          </p:spPr>
        </p:pic>
      </p:grpSp>
      <p:sp>
        <p:nvSpPr>
          <p:cNvPr id="364" name="직각 삼각형 20"/>
          <p:cNvSpPr/>
          <p:nvPr/>
        </p:nvSpPr>
        <p:spPr>
          <a:xfrm flipH="1">
            <a:off x="10498320" y="5013720"/>
            <a:ext cx="1692360" cy="1372320"/>
          </a:xfrm>
          <a:prstGeom prst="rtTriangle">
            <a:avLst/>
          </a:prstGeom>
          <a:solidFill>
            <a:schemeClr val="bg1">
              <a:lumMod val="95000"/>
              <a:alpha val="5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pic>
        <p:nvPicPr>
          <p:cNvPr id="365" name="그래픽 189"/>
          <p:cNvPicPr/>
          <p:nvPr/>
        </p:nvPicPr>
        <p:blipFill>
          <a:blip r:embed="rId11"/>
          <a:stretch/>
        </p:blipFill>
        <p:spPr>
          <a:xfrm rot="2700000">
            <a:off x="11833200" y="5062320"/>
            <a:ext cx="153360" cy="153360"/>
          </a:xfrm>
          <a:prstGeom prst="rect">
            <a:avLst/>
          </a:prstGeom>
          <a:ln w="0">
            <a:noFill/>
          </a:ln>
        </p:spPr>
      </p:pic>
      <p:grpSp>
        <p:nvGrpSpPr>
          <p:cNvPr id="7" name="그룹 27">
            <a:extLst>
              <a:ext uri="{FF2B5EF4-FFF2-40B4-BE49-F238E27FC236}">
                <a16:creationId xmlns:a16="http://schemas.microsoft.com/office/drawing/2014/main" id="{67C16F2C-1E47-C06C-C095-74574CBCE12B}"/>
              </a:ext>
            </a:extLst>
          </p:cNvPr>
          <p:cNvGrpSpPr/>
          <p:nvPr/>
        </p:nvGrpSpPr>
        <p:grpSpPr>
          <a:xfrm>
            <a:off x="4525920" y="5811500"/>
            <a:ext cx="7131690" cy="363889"/>
            <a:chOff x="4525920" y="5039711"/>
            <a:chExt cx="7131690" cy="363889"/>
          </a:xfrm>
        </p:grpSpPr>
        <p:sp>
          <p:nvSpPr>
            <p:cNvPr id="8" name="사각형: 둥근 모서리 162">
              <a:extLst>
                <a:ext uri="{FF2B5EF4-FFF2-40B4-BE49-F238E27FC236}">
                  <a16:creationId xmlns:a16="http://schemas.microsoft.com/office/drawing/2014/main" id="{E7591A31-7F00-F89B-ED32-147820CB2B76}"/>
                </a:ext>
              </a:extLst>
            </p:cNvPr>
            <p:cNvSpPr/>
            <p:nvPr/>
          </p:nvSpPr>
          <p:spPr>
            <a:xfrm>
              <a:off x="4525920" y="5045760"/>
              <a:ext cx="1797840" cy="35784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ko-KR" altLang="en-US" dirty="0"/>
            </a:p>
          </p:txBody>
        </p:sp>
        <p:sp>
          <p:nvSpPr>
            <p:cNvPr id="9" name="타원 163">
              <a:extLst>
                <a:ext uri="{FF2B5EF4-FFF2-40B4-BE49-F238E27FC236}">
                  <a16:creationId xmlns:a16="http://schemas.microsoft.com/office/drawing/2014/main" id="{98FF1E19-60D7-5266-4629-0C33CC975698}"/>
                </a:ext>
              </a:extLst>
            </p:cNvPr>
            <p:cNvSpPr/>
            <p:nvPr/>
          </p:nvSpPr>
          <p:spPr>
            <a:xfrm>
              <a:off x="4525920" y="5045760"/>
              <a:ext cx="357840" cy="357840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0" name="TextBox 167">
              <a:extLst>
                <a:ext uri="{FF2B5EF4-FFF2-40B4-BE49-F238E27FC236}">
                  <a16:creationId xmlns:a16="http://schemas.microsoft.com/office/drawing/2014/main" id="{E47FDE2A-7921-49F7-8225-0CCB545F5782}"/>
                </a:ext>
              </a:extLst>
            </p:cNvPr>
            <p:cNvSpPr/>
            <p:nvPr/>
          </p:nvSpPr>
          <p:spPr>
            <a:xfrm>
              <a:off x="4892220" y="5091495"/>
              <a:ext cx="1865880" cy="275545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1200" b="1" strike="noStrike" spc="-1" dirty="0">
                  <a:solidFill>
                    <a:srgbClr val="3B3838"/>
                  </a:solidFill>
                  <a:latin typeface="맑은 고딕"/>
                  <a:ea typeface="맑은 고딕"/>
                </a:rPr>
                <a:t> </a:t>
              </a:r>
              <a:r>
                <a:rPr lang="ko-KR" sz="1200" b="1" strike="noStrike" spc="-1" dirty="0">
                  <a:solidFill>
                    <a:srgbClr val="3B3838"/>
                  </a:solidFill>
                  <a:latin typeface="맑은 고딕"/>
                  <a:ea typeface="맑은 고딕"/>
                </a:rPr>
                <a:t>차량 </a:t>
              </a:r>
              <a:r>
                <a:rPr lang="en-US" altLang="ko-KR" sz="1200" b="1" strike="noStrike" spc="-1" dirty="0">
                  <a:solidFill>
                    <a:srgbClr val="3B3838"/>
                  </a:solidFill>
                  <a:latin typeface="맑은 고딕"/>
                  <a:ea typeface="맑은 고딕"/>
                </a:rPr>
                <a:t>A</a:t>
              </a:r>
              <a:r>
                <a:rPr lang="en-US" sz="1200" b="1" strike="noStrike" spc="-1" dirty="0">
                  <a:solidFill>
                    <a:srgbClr val="3B3838"/>
                  </a:solidFill>
                  <a:latin typeface="맑은 고딕"/>
                  <a:ea typeface="맑은 고딕"/>
                </a:rPr>
                <a:t>sset </a:t>
              </a:r>
              <a:r>
                <a:rPr lang="ko-KR" sz="1200" b="1" strike="noStrike" spc="-1" dirty="0">
                  <a:solidFill>
                    <a:srgbClr val="3B3838"/>
                  </a:solidFill>
                  <a:latin typeface="맑은 고딕"/>
                  <a:ea typeface="맑은 고딕"/>
                </a:rPr>
                <a:t>생성</a:t>
              </a:r>
              <a:endParaRPr lang="en-US" sz="1200" b="0" strike="noStrike" spc="-1" dirty="0">
                <a:latin typeface="Noto Sans CJK KR"/>
              </a:endParaRPr>
            </a:p>
          </p:txBody>
        </p:sp>
        <p:pic>
          <p:nvPicPr>
            <p:cNvPr id="11" name="그래픽 181">
              <a:extLst>
                <a:ext uri="{FF2B5EF4-FFF2-40B4-BE49-F238E27FC236}">
                  <a16:creationId xmlns:a16="http://schemas.microsoft.com/office/drawing/2014/main" id="{1645F86D-0E6B-6AB5-F055-C1BE4592F4BD}"/>
                </a:ext>
              </a:extLst>
            </p:cNvPr>
            <p:cNvPicPr/>
            <p:nvPr/>
          </p:nvPicPr>
          <p:blipFill>
            <a:blip r:embed="rId8"/>
            <a:stretch/>
          </p:blipFill>
          <p:spPr>
            <a:xfrm>
              <a:off x="4602600" y="5120280"/>
              <a:ext cx="219240" cy="200880"/>
            </a:xfrm>
            <a:prstGeom prst="rect">
              <a:avLst/>
            </a:prstGeom>
            <a:ln w="0">
              <a:noFill/>
            </a:ln>
          </p:spPr>
        </p:pic>
        <p:sp>
          <p:nvSpPr>
            <p:cNvPr id="20" name="사각형: 둥근 모서리 162">
              <a:extLst>
                <a:ext uri="{FF2B5EF4-FFF2-40B4-BE49-F238E27FC236}">
                  <a16:creationId xmlns:a16="http://schemas.microsoft.com/office/drawing/2014/main" id="{1066762C-FA15-ECD6-5FBF-46C9A8D465D7}"/>
                </a:ext>
              </a:extLst>
            </p:cNvPr>
            <p:cNvSpPr/>
            <p:nvPr/>
          </p:nvSpPr>
          <p:spPr>
            <a:xfrm>
              <a:off x="9425430" y="5039711"/>
              <a:ext cx="866250" cy="35784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ko-KR" altLang="en-US" dirty="0"/>
            </a:p>
          </p:txBody>
        </p:sp>
        <p:sp>
          <p:nvSpPr>
            <p:cNvPr id="21" name="타원 163">
              <a:extLst>
                <a:ext uri="{FF2B5EF4-FFF2-40B4-BE49-F238E27FC236}">
                  <a16:creationId xmlns:a16="http://schemas.microsoft.com/office/drawing/2014/main" id="{7048EE06-9C9A-E8E7-07E4-D526BA62D6AF}"/>
                </a:ext>
              </a:extLst>
            </p:cNvPr>
            <p:cNvSpPr/>
            <p:nvPr/>
          </p:nvSpPr>
          <p:spPr>
            <a:xfrm>
              <a:off x="9425430" y="5039711"/>
              <a:ext cx="357840" cy="357840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22" name="TextBox 167">
              <a:extLst>
                <a:ext uri="{FF2B5EF4-FFF2-40B4-BE49-F238E27FC236}">
                  <a16:creationId xmlns:a16="http://schemas.microsoft.com/office/drawing/2014/main" id="{D7BEF89C-1EFE-D2E6-25D9-BF7102B44F4D}"/>
                </a:ext>
              </a:extLst>
            </p:cNvPr>
            <p:cNvSpPr/>
            <p:nvPr/>
          </p:nvSpPr>
          <p:spPr>
            <a:xfrm>
              <a:off x="9791730" y="5085446"/>
              <a:ext cx="1865880" cy="275545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1200" b="1" strike="noStrike" spc="-1" dirty="0">
                  <a:latin typeface="Noto Sans CJK KR"/>
                </a:rPr>
                <a:t>PPT</a:t>
              </a:r>
            </a:p>
          </p:txBody>
        </p:sp>
        <p:pic>
          <p:nvPicPr>
            <p:cNvPr id="23" name="그래픽 181">
              <a:extLst>
                <a:ext uri="{FF2B5EF4-FFF2-40B4-BE49-F238E27FC236}">
                  <a16:creationId xmlns:a16="http://schemas.microsoft.com/office/drawing/2014/main" id="{5DA0D182-10DF-A103-DE45-101E9213C125}"/>
                </a:ext>
              </a:extLst>
            </p:cNvPr>
            <p:cNvPicPr/>
            <p:nvPr/>
          </p:nvPicPr>
          <p:blipFill>
            <a:blip r:embed="rId8"/>
            <a:stretch/>
          </p:blipFill>
          <p:spPr>
            <a:xfrm>
              <a:off x="9502110" y="5114231"/>
              <a:ext cx="219240" cy="20088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2" name="그룹 25">
            <a:extLst>
              <a:ext uri="{FF2B5EF4-FFF2-40B4-BE49-F238E27FC236}">
                <a16:creationId xmlns:a16="http://schemas.microsoft.com/office/drawing/2014/main" id="{79245DDA-30C7-2084-4C28-9AEFA1BD8CC7}"/>
              </a:ext>
            </a:extLst>
          </p:cNvPr>
          <p:cNvGrpSpPr/>
          <p:nvPr/>
        </p:nvGrpSpPr>
        <p:grpSpPr>
          <a:xfrm>
            <a:off x="6530400" y="5796720"/>
            <a:ext cx="2676690" cy="357840"/>
            <a:chOff x="7579440" y="5045760"/>
            <a:chExt cx="2676690" cy="357840"/>
          </a:xfrm>
        </p:grpSpPr>
        <p:sp>
          <p:nvSpPr>
            <p:cNvPr id="13" name="사각형: 둥근 모서리 165">
              <a:extLst>
                <a:ext uri="{FF2B5EF4-FFF2-40B4-BE49-F238E27FC236}">
                  <a16:creationId xmlns:a16="http://schemas.microsoft.com/office/drawing/2014/main" id="{8C24E4F8-D86C-8BD1-C2D4-C655CAC7C3AC}"/>
                </a:ext>
              </a:extLst>
            </p:cNvPr>
            <p:cNvSpPr/>
            <p:nvPr/>
          </p:nvSpPr>
          <p:spPr>
            <a:xfrm>
              <a:off x="7579440" y="5045760"/>
              <a:ext cx="2676690" cy="357840"/>
            </a:xfrm>
            <a:prstGeom prst="roundRect">
              <a:avLst>
                <a:gd name="adj" fmla="val 50000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4" name="타원 166">
              <a:extLst>
                <a:ext uri="{FF2B5EF4-FFF2-40B4-BE49-F238E27FC236}">
                  <a16:creationId xmlns:a16="http://schemas.microsoft.com/office/drawing/2014/main" id="{E89F8157-E6CA-7268-5E94-F3AE8A33F425}"/>
                </a:ext>
              </a:extLst>
            </p:cNvPr>
            <p:cNvSpPr/>
            <p:nvPr/>
          </p:nvSpPr>
          <p:spPr>
            <a:xfrm>
              <a:off x="7579440" y="5045760"/>
              <a:ext cx="357840" cy="357840"/>
            </a:xfrm>
            <a:prstGeom prst="ellipse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15" name="TextBox 168">
              <a:extLst>
                <a:ext uri="{FF2B5EF4-FFF2-40B4-BE49-F238E27FC236}">
                  <a16:creationId xmlns:a16="http://schemas.microsoft.com/office/drawing/2014/main" id="{7DC05A85-39DF-D322-86E7-1DA043FA0E7B}"/>
                </a:ext>
              </a:extLst>
            </p:cNvPr>
            <p:cNvSpPr/>
            <p:nvPr/>
          </p:nvSpPr>
          <p:spPr>
            <a:xfrm>
              <a:off x="8133840" y="5072400"/>
              <a:ext cx="186588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ko-KR" sz="1200" b="1" strike="noStrike" spc="-1" dirty="0">
                  <a:solidFill>
                    <a:srgbClr val="3B3838"/>
                  </a:solidFill>
                  <a:latin typeface="맑은 고딕"/>
                  <a:ea typeface="맑은 고딕"/>
                </a:rPr>
                <a:t>차량 주행 시스템 개발</a:t>
              </a:r>
              <a:endParaRPr lang="en-US" sz="1200" b="0" strike="noStrike" spc="-1" dirty="0">
                <a:latin typeface="Noto Sans CJK KR"/>
              </a:endParaRPr>
            </a:p>
          </p:txBody>
        </p:sp>
        <p:pic>
          <p:nvPicPr>
            <p:cNvPr id="16" name="그래픽 183">
              <a:extLst>
                <a:ext uri="{FF2B5EF4-FFF2-40B4-BE49-F238E27FC236}">
                  <a16:creationId xmlns:a16="http://schemas.microsoft.com/office/drawing/2014/main" id="{D261BC19-5E35-1E9A-67F9-5DF02F13C58C}"/>
                </a:ext>
              </a:extLst>
            </p:cNvPr>
            <p:cNvPicPr/>
            <p:nvPr/>
          </p:nvPicPr>
          <p:blipFill>
            <a:blip r:embed="rId9"/>
            <a:stretch/>
          </p:blipFill>
          <p:spPr>
            <a:xfrm>
              <a:off x="7638480" y="5153760"/>
              <a:ext cx="239760" cy="149760"/>
            </a:xfrm>
            <a:prstGeom prst="rect">
              <a:avLst/>
            </a:prstGeom>
            <a:ln w="0">
              <a:noFill/>
            </a:ln>
          </p:spPr>
        </p:pic>
      </p:grpSp>
      <p:pic>
        <p:nvPicPr>
          <p:cNvPr id="17" name="그래픽 143">
            <a:extLst>
              <a:ext uri="{FF2B5EF4-FFF2-40B4-BE49-F238E27FC236}">
                <a16:creationId xmlns:a16="http://schemas.microsoft.com/office/drawing/2014/main" id="{02C3C8BA-6D4A-D9B7-FFF3-BFA7E7BC49B8}"/>
              </a:ext>
            </a:extLst>
          </p:cNvPr>
          <p:cNvPicPr/>
          <p:nvPr/>
        </p:nvPicPr>
        <p:blipFill>
          <a:blip r:embed="rId6"/>
          <a:stretch/>
        </p:blipFill>
        <p:spPr>
          <a:xfrm>
            <a:off x="4607820" y="4326480"/>
            <a:ext cx="208800" cy="20880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6" name="그래픽 118"/>
          <p:cNvPicPr/>
          <p:nvPr/>
        </p:nvPicPr>
        <p:blipFill>
          <a:blip r:embed="rId2"/>
          <a:stretch/>
        </p:blipFill>
        <p:spPr>
          <a:xfrm>
            <a:off x="-1440" y="3283"/>
            <a:ext cx="12191400" cy="6857280"/>
          </a:xfrm>
          <a:prstGeom prst="rect">
            <a:avLst/>
          </a:prstGeom>
          <a:ln w="0">
            <a:noFill/>
          </a:ln>
        </p:spPr>
      </p:pic>
      <p:pic>
        <p:nvPicPr>
          <p:cNvPr id="367" name="그래픽 101"/>
          <p:cNvPicPr/>
          <p:nvPr/>
        </p:nvPicPr>
        <p:blipFill>
          <a:blip r:embed="rId3"/>
          <a:srcRect t="4361" r="36130"/>
          <a:stretch/>
        </p:blipFill>
        <p:spPr>
          <a:xfrm rot="16200000" flipH="1">
            <a:off x="-70200" y="5743800"/>
            <a:ext cx="1184040" cy="1042560"/>
          </a:xfrm>
          <a:prstGeom prst="rect">
            <a:avLst/>
          </a:prstGeom>
          <a:ln w="0">
            <a:noFill/>
          </a:ln>
        </p:spPr>
      </p:pic>
      <p:pic>
        <p:nvPicPr>
          <p:cNvPr id="368" name="그래픽 99"/>
          <p:cNvPicPr/>
          <p:nvPr/>
        </p:nvPicPr>
        <p:blipFill>
          <a:blip r:embed="rId4"/>
          <a:srcRect r="16076" b="36586"/>
          <a:stretch/>
        </p:blipFill>
        <p:spPr>
          <a:xfrm rot="16200000">
            <a:off x="8716680" y="2970720"/>
            <a:ext cx="4527360" cy="2421360"/>
          </a:xfrm>
          <a:prstGeom prst="rect">
            <a:avLst/>
          </a:prstGeom>
          <a:ln w="0">
            <a:noFill/>
          </a:ln>
        </p:spPr>
      </p:pic>
      <p:sp>
        <p:nvSpPr>
          <p:cNvPr id="369" name="사각형: 둥근 한쪽 모서리 38"/>
          <p:cNvSpPr/>
          <p:nvPr/>
        </p:nvSpPr>
        <p:spPr>
          <a:xfrm flipH="1" flipV="1">
            <a:off x="172800" y="69840"/>
            <a:ext cx="12017160" cy="122040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370" name="그룹 2"/>
          <p:cNvGrpSpPr/>
          <p:nvPr/>
        </p:nvGrpSpPr>
        <p:grpSpPr>
          <a:xfrm>
            <a:off x="376200" y="333360"/>
            <a:ext cx="5947560" cy="822960"/>
            <a:chOff x="376200" y="333360"/>
            <a:chExt cx="5947560" cy="822960"/>
          </a:xfrm>
        </p:grpSpPr>
        <p:sp>
          <p:nvSpPr>
            <p:cNvPr id="371" name="TextBox 26"/>
            <p:cNvSpPr/>
            <p:nvPr/>
          </p:nvSpPr>
          <p:spPr>
            <a:xfrm>
              <a:off x="1461600" y="366120"/>
              <a:ext cx="225144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1200" b="1" strike="noStrike" spc="-1">
                  <a:solidFill>
                    <a:srgbClr val="3378C8">
                      <a:alpha val="50000"/>
                    </a:srgbClr>
                  </a:solidFill>
                  <a:latin typeface="맑은 고딕"/>
                  <a:ea typeface="맑은 고딕"/>
                </a:rPr>
                <a:t>K-Digital Training</a:t>
              </a:r>
              <a:endParaRPr lang="en-US" sz="1200" b="0" strike="noStrike" spc="-1">
                <a:latin typeface="Noto Sans CJK KR"/>
              </a:endParaRPr>
            </a:p>
          </p:txBody>
        </p:sp>
        <p:sp>
          <p:nvSpPr>
            <p:cNvPr id="372" name="TextBox 10"/>
            <p:cNvSpPr/>
            <p:nvPr/>
          </p:nvSpPr>
          <p:spPr>
            <a:xfrm>
              <a:off x="1461600" y="585000"/>
              <a:ext cx="4862160" cy="516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ko-KR" sz="2800" b="1" strike="noStrike" spc="-1">
                  <a:solidFill>
                    <a:srgbClr val="404040"/>
                  </a:solidFill>
                  <a:latin typeface="맑은 고딕"/>
                  <a:ea typeface="맑은 고딕"/>
                </a:rPr>
                <a:t>프로젝트 수행 절차 및 방법</a:t>
              </a:r>
              <a:endParaRPr lang="en-US" sz="2800" b="0" strike="noStrike" spc="-1">
                <a:latin typeface="Noto Sans CJK KR"/>
              </a:endParaRPr>
            </a:p>
          </p:txBody>
        </p:sp>
        <p:sp>
          <p:nvSpPr>
            <p:cNvPr id="373" name="TextBox 12"/>
            <p:cNvSpPr/>
            <p:nvPr/>
          </p:nvSpPr>
          <p:spPr>
            <a:xfrm>
              <a:off x="376200" y="333360"/>
              <a:ext cx="1266120" cy="82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0" rIns="90000" bIns="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5400" b="0" strike="noStrike" spc="-1">
                  <a:solidFill>
                    <a:srgbClr val="3378C8"/>
                  </a:solidFill>
                  <a:latin typeface="세방고딕 Bold"/>
                  <a:ea typeface="세방고딕 Bold"/>
                </a:rPr>
                <a:t>03</a:t>
              </a:r>
              <a:endParaRPr lang="en-US" sz="5400" b="0" strike="noStrike" spc="-1">
                <a:latin typeface="Noto Sans CJK KR"/>
              </a:endParaRPr>
            </a:p>
          </p:txBody>
        </p:sp>
      </p:grpSp>
      <p:pic>
        <p:nvPicPr>
          <p:cNvPr id="374" name="그림 34"/>
          <p:cNvPicPr/>
          <p:nvPr/>
        </p:nvPicPr>
        <p:blipFill>
          <a:blip r:embed="rId5">
            <a:alphaModFix amt="27000"/>
          </a:blip>
          <a:stretch/>
        </p:blipFill>
        <p:spPr>
          <a:xfrm flipH="1">
            <a:off x="720" y="1917000"/>
            <a:ext cx="12191400" cy="232920"/>
          </a:xfrm>
          <a:prstGeom prst="rect">
            <a:avLst/>
          </a:prstGeom>
          <a:ln w="0">
            <a:noFill/>
          </a:ln>
        </p:spPr>
      </p:pic>
      <p:sp>
        <p:nvSpPr>
          <p:cNvPr id="378" name="TextBox 1"/>
          <p:cNvSpPr/>
          <p:nvPr/>
        </p:nvSpPr>
        <p:spPr>
          <a:xfrm>
            <a:off x="0" y="0"/>
            <a:ext cx="12191400" cy="113760"/>
          </a:xfrm>
          <a:prstGeom prst="rect">
            <a:avLst/>
          </a:prstGeom>
          <a:solidFill>
            <a:srgbClr val="FFD8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79" name="TextBox 3"/>
          <p:cNvSpPr/>
          <p:nvPr/>
        </p:nvSpPr>
        <p:spPr>
          <a:xfrm>
            <a:off x="0" y="0"/>
            <a:ext cx="1335960" cy="113760"/>
          </a:xfrm>
          <a:prstGeom prst="rect">
            <a:avLst/>
          </a:prstGeom>
          <a:solidFill>
            <a:srgbClr val="3378C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380" name="TextBox 4"/>
          <p:cNvSpPr/>
          <p:nvPr/>
        </p:nvSpPr>
        <p:spPr>
          <a:xfrm>
            <a:off x="466920" y="2109240"/>
            <a:ext cx="9885960" cy="306323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spcAft>
                <a:spcPts val="601"/>
              </a:spcAft>
              <a:buClr>
                <a:srgbClr val="404040"/>
              </a:buClr>
            </a:pPr>
            <a:endParaRPr lang="en-US" sz="1400" b="0" strike="noStrike" spc="-1" dirty="0">
              <a:latin typeface="Noto Sans CJK KR"/>
            </a:endParaRPr>
          </a:p>
        </p:txBody>
      </p:sp>
      <p:graphicFrame>
        <p:nvGraphicFramePr>
          <p:cNvPr id="381" name="표 40"/>
          <p:cNvGraphicFramePr/>
          <p:nvPr>
            <p:extLst>
              <p:ext uri="{D42A27DB-BD31-4B8C-83A1-F6EECF244321}">
                <p14:modId xmlns:p14="http://schemas.microsoft.com/office/powerpoint/2010/main" val="167965767"/>
              </p:ext>
            </p:extLst>
          </p:nvPr>
        </p:nvGraphicFramePr>
        <p:xfrm>
          <a:off x="487020" y="2415563"/>
          <a:ext cx="11217960" cy="3618383"/>
        </p:xfrm>
        <a:graphic>
          <a:graphicData uri="http://schemas.openxmlformats.org/drawingml/2006/table">
            <a:tbl>
              <a:tblPr/>
              <a:tblGrid>
                <a:gridCol w="1494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23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152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46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376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ko-KR" sz="1600" b="1" strike="noStrike" spc="-1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</a:rPr>
                        <a:t>구분</a:t>
                      </a:r>
                      <a:endParaRPr lang="en-US" sz="1600" b="0" strike="noStrike" spc="-1">
                        <a:latin typeface="Noto Sans CJK KR"/>
                      </a:endParaRPr>
                    </a:p>
                  </a:txBody>
                  <a:tcPr anchor="ctr">
                    <a:lnL w="28080">
                      <a:noFill/>
                    </a:lnL>
                    <a:lnR w="2880">
                      <a:noFill/>
                    </a:lnR>
                    <a:lnT w="6480">
                      <a:solidFill>
                        <a:srgbClr val="3378C8"/>
                      </a:solidFill>
                    </a:lnT>
                    <a:lnB w="6480">
                      <a:solidFill>
                        <a:srgbClr val="3378C8"/>
                      </a:solidFill>
                    </a:lnB>
                    <a:solidFill>
                      <a:srgbClr val="3378C8">
                        <a:alpha val="3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ko-KR" sz="1600" b="1" strike="noStrike" spc="-1" dirty="0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</a:rPr>
                        <a:t>기간</a:t>
                      </a:r>
                      <a:endParaRPr lang="en-US" sz="1600" b="0" strike="noStrike" spc="-1" dirty="0">
                        <a:latin typeface="Noto Sans CJK KR"/>
                      </a:endParaRPr>
                    </a:p>
                  </a:txBody>
                  <a:tcPr anchor="ctr">
                    <a:lnL w="2880">
                      <a:noFill/>
                    </a:lnL>
                    <a:lnR w="2880">
                      <a:noFill/>
                    </a:lnR>
                    <a:lnT w="6480">
                      <a:solidFill>
                        <a:srgbClr val="3378C8"/>
                      </a:solidFill>
                    </a:lnT>
                    <a:lnB w="6480">
                      <a:solidFill>
                        <a:srgbClr val="3378C8"/>
                      </a:solidFill>
                    </a:lnB>
                    <a:solidFill>
                      <a:srgbClr val="3378C8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buNone/>
                      </a:pPr>
                      <a:r>
                        <a:rPr lang="ko-KR" sz="1600" b="1" strike="noStrike" spc="-1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</a:rPr>
                        <a:t>활동</a:t>
                      </a:r>
                      <a:endParaRPr lang="en-US" sz="1600" b="0" strike="noStrike" spc="-1">
                        <a:latin typeface="Noto Sans CJK KR"/>
                      </a:endParaRPr>
                    </a:p>
                  </a:txBody>
                  <a:tcPr anchor="ctr">
                    <a:lnL w="2880">
                      <a:noFill/>
                    </a:lnL>
                    <a:lnR w="28080">
                      <a:noFill/>
                    </a:lnR>
                    <a:lnT w="6480">
                      <a:solidFill>
                        <a:srgbClr val="3378C8"/>
                      </a:solidFill>
                    </a:lnT>
                    <a:lnB w="6480">
                      <a:solidFill>
                        <a:srgbClr val="3378C8"/>
                      </a:solidFill>
                    </a:lnB>
                    <a:solidFill>
                      <a:srgbClr val="3378C8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ko-KR" sz="1600" b="1" strike="noStrike" spc="-1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</a:rPr>
                        <a:t>비고</a:t>
                      </a:r>
                      <a:endParaRPr lang="en-US" sz="1600" b="0" strike="noStrike" spc="-1">
                        <a:latin typeface="Noto Sans CJK KR"/>
                      </a:endParaRPr>
                    </a:p>
                  </a:txBody>
                  <a:tcPr anchor="ctr">
                    <a:lnL w="2880">
                      <a:noFill/>
                    </a:lnL>
                    <a:lnR w="28080">
                      <a:noFill/>
                    </a:lnR>
                    <a:lnT w="6480">
                      <a:solidFill>
                        <a:srgbClr val="3378C8"/>
                      </a:solidFill>
                    </a:lnT>
                    <a:lnB w="6480">
                      <a:solidFill>
                        <a:srgbClr val="3378C8"/>
                      </a:solidFill>
                    </a:lnB>
                    <a:solidFill>
                      <a:srgbClr val="3378C8">
                        <a:alpha val="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84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601"/>
                        </a:spcBef>
                        <a:buNone/>
                      </a:pPr>
                      <a:r>
                        <a:rPr lang="ko-KR" sz="1200" b="1" strike="noStrike" spc="-1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</a:rPr>
                        <a:t>사전 기획</a:t>
                      </a:r>
                      <a:endParaRPr lang="en-US" sz="1200" b="0" strike="noStrike" spc="-1">
                        <a:latin typeface="Noto Sans CJK KR"/>
                      </a:endParaRPr>
                    </a:p>
                  </a:txBody>
                  <a:tcPr marL="84600" marR="84600" anchor="ctr">
                    <a:lnL w="28080">
                      <a:noFill/>
                    </a:lnL>
                    <a:lnR w="2880">
                      <a:solidFill>
                        <a:srgbClr val="BFBFBF"/>
                      </a:solidFill>
                    </a:lnR>
                    <a:lnT w="6480">
                      <a:solidFill>
                        <a:srgbClr val="3378C8"/>
                      </a:solidFill>
                    </a:lnT>
                    <a:lnB w="2880">
                      <a:solidFill>
                        <a:srgbClr val="BFBFBF"/>
                      </a:solidFill>
                    </a:lnB>
                    <a:pattFill prst="ltUpDiag">
                      <a:fgClr>
                        <a:srgbClr val="EAF1F9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200" b="1" strike="noStrike" spc="-1" dirty="0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</a:rPr>
                        <a:t>11/14(</a:t>
                      </a:r>
                      <a:r>
                        <a:rPr lang="ko-KR" altLang="en-US" sz="1200" b="1" strike="noStrike" spc="-1" dirty="0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r>
                        <a:rPr lang="en-US" sz="1200" b="1" strike="noStrike" spc="-1" dirty="0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</a:rPr>
                        <a:t>) </a:t>
                      </a:r>
                      <a:endParaRPr lang="en-US" sz="1200" b="0" strike="noStrike" spc="-1" dirty="0">
                        <a:latin typeface="Noto Sans CJK KR"/>
                      </a:endParaRPr>
                    </a:p>
                  </a:txBody>
                  <a:tcPr marL="33120" marR="3600" anchor="ctr">
                    <a:lnL w="2880">
                      <a:solidFill>
                        <a:srgbClr val="BFBFBF"/>
                      </a:solidFill>
                    </a:lnL>
                    <a:lnR w="2880">
                      <a:solidFill>
                        <a:srgbClr val="BFBFBF"/>
                      </a:solidFill>
                    </a:lnR>
                    <a:lnT w="6480">
                      <a:solidFill>
                        <a:srgbClr val="3378C8"/>
                      </a:solidFill>
                    </a:lnT>
                    <a:lnB w="2880">
                      <a:solidFill>
                        <a:srgbClr val="BFBFBF"/>
                      </a:solidFill>
                    </a:lnB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dirty="0"/>
                    </a:p>
                  </a:txBody>
                  <a:tcPr anchor="ctr">
                    <a:lnL w="2880">
                      <a:solidFill>
                        <a:srgbClr val="BFBFBF"/>
                      </a:solidFill>
                    </a:lnL>
                    <a:lnR w="2880">
                      <a:solidFill>
                        <a:srgbClr val="BFBFBF"/>
                      </a:solidFill>
                    </a:lnR>
                    <a:lnT w="6480">
                      <a:solidFill>
                        <a:srgbClr val="3378C8"/>
                      </a:solidFill>
                    </a:lnT>
                    <a:lnB w="648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ko-KR" sz="1200" b="1" strike="noStrike" spc="-1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</a:rPr>
                        <a:t>아이디어 선정</a:t>
                      </a:r>
                      <a:endParaRPr lang="en-US" sz="1200" b="0" strike="noStrike" spc="-1">
                        <a:latin typeface="Noto Sans CJK KR"/>
                      </a:endParaRPr>
                    </a:p>
                  </a:txBody>
                  <a:tcPr anchor="ctr">
                    <a:lnL w="2880">
                      <a:solidFill>
                        <a:srgbClr val="BFBFBF"/>
                      </a:solidFill>
                    </a:lnL>
                    <a:lnR w="28080">
                      <a:noFill/>
                    </a:lnR>
                    <a:lnT w="6480">
                      <a:solidFill>
                        <a:srgbClr val="3378C8"/>
                      </a:solidFill>
                    </a:lnT>
                    <a:lnB w="2880">
                      <a:solidFill>
                        <a:srgbClr val="BFBFBF"/>
                      </a:solidFill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84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601"/>
                        </a:spcBef>
                        <a:buNone/>
                      </a:pPr>
                      <a:r>
                        <a:rPr lang="ko-KR" sz="1200" b="1" strike="noStrike" spc="-1" dirty="0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</a:rPr>
                        <a:t>데이터</a:t>
                      </a:r>
                      <a:r>
                        <a:rPr lang="en-US" altLang="ko-KR" sz="1200" b="1" strike="noStrike" spc="-1" dirty="0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</a:rPr>
                        <a:t>/</a:t>
                      </a:r>
                      <a:r>
                        <a:rPr lang="ko-KR" altLang="en-US" sz="1200" b="1" strike="noStrike" spc="-1" dirty="0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</a:rPr>
                        <a:t>모델 준비</a:t>
                      </a:r>
                      <a:endParaRPr lang="en-US" sz="1200" b="0" strike="noStrike" spc="-1" dirty="0">
                        <a:latin typeface="Noto Sans CJK KR"/>
                      </a:endParaRPr>
                    </a:p>
                  </a:txBody>
                  <a:tcPr marL="84600" marR="84600" anchor="ctr">
                    <a:lnL w="28080">
                      <a:noFill/>
                    </a:lnL>
                    <a:lnR w="2880">
                      <a:solidFill>
                        <a:srgbClr val="BFBFBF"/>
                      </a:solidFill>
                    </a:lnR>
                    <a:lnT w="2880">
                      <a:solidFill>
                        <a:srgbClr val="BFBFBF"/>
                      </a:solidFill>
                    </a:lnT>
                    <a:lnB w="2880">
                      <a:solidFill>
                        <a:srgbClr val="BFBFBF"/>
                      </a:solidFill>
                    </a:lnB>
                    <a:pattFill prst="ltUpDiag">
                      <a:fgClr>
                        <a:srgbClr val="EAF1F9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200" b="1" strike="noStrike" spc="-1" dirty="0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</a:rPr>
                        <a:t>11/14(</a:t>
                      </a:r>
                      <a:r>
                        <a:rPr lang="ko-KR" altLang="en-US" sz="1200" b="1" strike="noStrike" spc="-1" dirty="0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r>
                        <a:rPr lang="en-US" sz="1200" b="1" strike="noStrike" spc="-1" dirty="0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</a:rPr>
                        <a:t>) ~ 11/18(</a:t>
                      </a:r>
                      <a:r>
                        <a:rPr lang="ko-KR" altLang="en-US" sz="1200" b="1" strike="noStrike" spc="-1" dirty="0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</a:rPr>
                        <a:t>화</a:t>
                      </a:r>
                      <a:r>
                        <a:rPr lang="en-US" sz="1200" b="1" strike="noStrike" spc="-1" dirty="0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  <a:endParaRPr lang="en-US" sz="1200" b="0" strike="noStrike" spc="-1" dirty="0">
                        <a:latin typeface="Noto Sans CJK KR"/>
                      </a:endParaRPr>
                    </a:p>
                  </a:txBody>
                  <a:tcPr marL="33120" marR="3600" anchor="ctr">
                    <a:lnL w="2880">
                      <a:solidFill>
                        <a:srgbClr val="BFBFBF"/>
                      </a:solidFill>
                    </a:lnL>
                    <a:lnR w="2880">
                      <a:solidFill>
                        <a:srgbClr val="BFBFBF"/>
                      </a:solidFill>
                    </a:lnR>
                    <a:lnT w="2880">
                      <a:solidFill>
                        <a:srgbClr val="BFBFBF"/>
                      </a:solidFill>
                    </a:lnT>
                    <a:lnB w="2880">
                      <a:solidFill>
                        <a:srgbClr val="BFBFBF"/>
                      </a:solidFill>
                    </a:lnB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dirty="0"/>
                    </a:p>
                  </a:txBody>
                  <a:tcPr anchor="ctr">
                    <a:lnL w="2880">
                      <a:solidFill>
                        <a:srgbClr val="BFBFBF"/>
                      </a:solidFill>
                    </a:lnL>
                    <a:lnR w="2880">
                      <a:solidFill>
                        <a:srgbClr val="BFBFBF"/>
                      </a:solidFill>
                    </a:lnR>
                    <a:lnT w="6480">
                      <a:solidFill>
                        <a:srgbClr val="D9D9D9"/>
                      </a:solidFill>
                    </a:lnT>
                    <a:lnB w="648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601"/>
                        </a:spcBef>
                        <a:buNone/>
                        <a:tabLst>
                          <a:tab pos="0" algn="l"/>
                        </a:tabLst>
                      </a:pPr>
                      <a:r>
                        <a:rPr lang="ko-KR" sz="1200" b="1" strike="noStrike" spc="-1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</a:rPr>
                        <a:t>협약기업 데이터 협조</a:t>
                      </a:r>
                      <a:endParaRPr lang="en-US" sz="1200" b="0" strike="noStrike" spc="-1">
                        <a:latin typeface="Noto Sans CJK KR"/>
                      </a:endParaRPr>
                    </a:p>
                  </a:txBody>
                  <a:tcPr marL="33120" marR="3600" anchor="ctr">
                    <a:lnL w="2880">
                      <a:solidFill>
                        <a:srgbClr val="BFBFBF"/>
                      </a:solidFill>
                    </a:lnL>
                    <a:lnR w="28080">
                      <a:noFill/>
                    </a:lnR>
                    <a:lnT w="2880">
                      <a:solidFill>
                        <a:srgbClr val="BFBFBF"/>
                      </a:solidFill>
                    </a:lnT>
                    <a:lnB w="2880">
                      <a:solidFill>
                        <a:srgbClr val="BFBFBF"/>
                      </a:solidFill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84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601"/>
                        </a:spcBef>
                        <a:buNone/>
                      </a:pPr>
                      <a:r>
                        <a:rPr lang="ko-KR" altLang="en-US" sz="1200" b="1" strike="noStrike" spc="-1" dirty="0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</a:rPr>
                        <a:t>모델링</a:t>
                      </a:r>
                      <a:endParaRPr lang="en-US" sz="1200" b="0" strike="noStrike" spc="-1" dirty="0">
                        <a:latin typeface="Noto Sans CJK KR"/>
                      </a:endParaRPr>
                    </a:p>
                  </a:txBody>
                  <a:tcPr marL="84600" marR="84600" anchor="ctr">
                    <a:lnL w="28080">
                      <a:noFill/>
                    </a:lnL>
                    <a:lnR w="2880">
                      <a:solidFill>
                        <a:srgbClr val="BFBFBF"/>
                      </a:solidFill>
                    </a:lnR>
                    <a:lnT w="2880">
                      <a:solidFill>
                        <a:srgbClr val="BFBFBF"/>
                      </a:solidFill>
                    </a:lnT>
                    <a:lnB w="2880">
                      <a:solidFill>
                        <a:srgbClr val="BFBFBF"/>
                      </a:solidFill>
                    </a:lnB>
                    <a:pattFill prst="ltUpDiag">
                      <a:fgClr>
                        <a:srgbClr val="EAF1F9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200" b="1" strike="noStrike" spc="-1" dirty="0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</a:rPr>
                        <a:t>11/17(</a:t>
                      </a:r>
                      <a:r>
                        <a:rPr lang="ko-KR" sz="1200" b="1" strike="noStrike" spc="-1" dirty="0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r>
                        <a:rPr lang="en-US" sz="1200" b="1" strike="noStrike" spc="-1" dirty="0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</a:rPr>
                        <a:t>) ~ 11/19(</a:t>
                      </a:r>
                      <a:r>
                        <a:rPr lang="ko-KR" altLang="en-US" sz="1200" b="1" strike="noStrike" spc="-1" dirty="0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r>
                        <a:rPr lang="en-US" sz="1200" b="1" strike="noStrike" spc="-1" dirty="0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  <a:endParaRPr lang="en-US" sz="1200" b="0" strike="noStrike" spc="-1" dirty="0">
                        <a:latin typeface="Noto Sans CJK KR"/>
                      </a:endParaRPr>
                    </a:p>
                  </a:txBody>
                  <a:tcPr marL="33120" marR="3600" anchor="ctr">
                    <a:lnL w="2880">
                      <a:solidFill>
                        <a:srgbClr val="BFBFBF"/>
                      </a:solidFill>
                    </a:lnL>
                    <a:lnR w="2880">
                      <a:solidFill>
                        <a:srgbClr val="BFBFBF"/>
                      </a:solidFill>
                    </a:lnR>
                    <a:lnT w="2880">
                      <a:solidFill>
                        <a:srgbClr val="BFBFBF"/>
                      </a:solidFill>
                    </a:lnT>
                    <a:lnB w="2880">
                      <a:solidFill>
                        <a:srgbClr val="BFBFBF"/>
                      </a:solidFill>
                    </a:lnB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dirty="0"/>
                    </a:p>
                  </a:txBody>
                  <a:tcPr anchor="ctr">
                    <a:lnL w="2880">
                      <a:solidFill>
                        <a:srgbClr val="BFBFBF"/>
                      </a:solidFill>
                    </a:lnL>
                    <a:lnR w="2880">
                      <a:solidFill>
                        <a:srgbClr val="BFBFBF"/>
                      </a:solidFill>
                    </a:lnR>
                    <a:lnT w="6480">
                      <a:solidFill>
                        <a:srgbClr val="D9D9D9"/>
                      </a:solidFill>
                    </a:lnT>
                    <a:lnB w="648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dirty="0"/>
                        <a:t>시뮬레이션 기본 자산 준비</a:t>
                      </a:r>
                      <a:endParaRPr lang="ko-KR" sz="1200" b="1" dirty="0"/>
                    </a:p>
                  </a:txBody>
                  <a:tcPr marL="33120" marR="3600" anchor="ctr">
                    <a:lnL w="2880">
                      <a:solidFill>
                        <a:srgbClr val="BFBFBF"/>
                      </a:solidFill>
                    </a:lnL>
                    <a:lnR w="28080">
                      <a:noFill/>
                    </a:lnR>
                    <a:lnT w="2880">
                      <a:solidFill>
                        <a:srgbClr val="BFBFBF"/>
                      </a:solidFill>
                    </a:lnT>
                    <a:lnB w="2880">
                      <a:solidFill>
                        <a:srgbClr val="BFBFBF"/>
                      </a:solidFill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884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601"/>
                        </a:spcBef>
                        <a:buNone/>
                        <a:tabLst>
                          <a:tab pos="0" algn="l"/>
                        </a:tabLst>
                      </a:pPr>
                      <a:r>
                        <a:rPr lang="ko-KR" altLang="en-US" sz="1200" b="1" dirty="0"/>
                        <a:t>인식</a:t>
                      </a:r>
                      <a:r>
                        <a:rPr lang="en-US" altLang="ko-KR" sz="1200" b="1" dirty="0"/>
                        <a:t>·</a:t>
                      </a:r>
                      <a:r>
                        <a:rPr lang="ko-KR" altLang="en-US" sz="1200" b="1" dirty="0"/>
                        <a:t>제어 </a:t>
                      </a:r>
                      <a:endParaRPr lang="en-US" altLang="ko-KR" sz="1200" b="1" dirty="0"/>
                    </a:p>
                    <a:p>
                      <a:pPr algn="ctr">
                        <a:lnSpc>
                          <a:spcPct val="120000"/>
                        </a:lnSpc>
                        <a:spcBef>
                          <a:spcPts val="601"/>
                        </a:spcBef>
                        <a:buNone/>
                        <a:tabLst>
                          <a:tab pos="0" algn="l"/>
                        </a:tabLst>
                      </a:pPr>
                      <a:r>
                        <a:rPr lang="ko-KR" altLang="en-US" sz="1200" b="1" dirty="0"/>
                        <a:t>알고리즘</a:t>
                      </a:r>
                      <a:r>
                        <a:rPr lang="en-US" altLang="ko-KR" sz="1200" b="1" strike="noStrike" spc="0" dirty="0">
                          <a:latin typeface="+mn-lt"/>
                        </a:rPr>
                        <a:t> </a:t>
                      </a:r>
                      <a:r>
                        <a:rPr lang="ko-KR" altLang="en-US" sz="1200" b="1" strike="noStrike" spc="-1" dirty="0">
                          <a:latin typeface="Noto Sans CJK KR"/>
                        </a:rPr>
                        <a:t>개발</a:t>
                      </a:r>
                      <a:endParaRPr lang="en-US" sz="1200" b="1" strike="noStrike" spc="-1" dirty="0">
                        <a:latin typeface="Noto Sans CJK KR"/>
                      </a:endParaRPr>
                    </a:p>
                  </a:txBody>
                  <a:tcPr marL="84600" marR="84600" anchor="ctr">
                    <a:lnL w="28080">
                      <a:noFill/>
                    </a:lnL>
                    <a:lnR w="2880">
                      <a:solidFill>
                        <a:srgbClr val="BFBFBF"/>
                      </a:solidFill>
                    </a:lnR>
                    <a:lnT w="2880">
                      <a:solidFill>
                        <a:srgbClr val="BFBFBF"/>
                      </a:solidFill>
                    </a:lnT>
                    <a:lnB w="2880">
                      <a:solidFill>
                        <a:srgbClr val="BFBFBF"/>
                      </a:solidFill>
                    </a:lnB>
                    <a:pattFill prst="ltUpDiag">
                      <a:fgClr>
                        <a:srgbClr val="EAF1F9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200" b="1" strike="noStrike" spc="-1" dirty="0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</a:rPr>
                        <a:t>11/17(</a:t>
                      </a:r>
                      <a:r>
                        <a:rPr lang="ko-KR" sz="1200" b="1" strike="noStrike" spc="-1" dirty="0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r>
                        <a:rPr lang="en-US" sz="1200" b="1" strike="noStrike" spc="-1" dirty="0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</a:rPr>
                        <a:t>) ~ 11/20(</a:t>
                      </a:r>
                      <a:r>
                        <a:rPr lang="ko-KR" altLang="en-US" sz="1200" b="1" strike="noStrike" spc="-1" dirty="0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r>
                        <a:rPr lang="en-US" sz="1200" b="1" strike="noStrike" spc="-1" dirty="0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  <a:endParaRPr lang="en-US" sz="1200" b="0" strike="noStrike" spc="-1" dirty="0">
                        <a:latin typeface="Noto Sans CJK KR"/>
                      </a:endParaRPr>
                    </a:p>
                  </a:txBody>
                  <a:tcPr marL="33120" marR="3600" anchor="ctr">
                    <a:lnL w="2880">
                      <a:solidFill>
                        <a:srgbClr val="BFBFBF"/>
                      </a:solidFill>
                    </a:lnL>
                    <a:lnR w="2880">
                      <a:solidFill>
                        <a:srgbClr val="BFBFBF"/>
                      </a:solidFill>
                    </a:lnR>
                    <a:lnT w="2880">
                      <a:solidFill>
                        <a:srgbClr val="BFBFBF"/>
                      </a:solidFill>
                    </a:lnT>
                    <a:lnB w="2880">
                      <a:solidFill>
                        <a:srgbClr val="BFBFBF"/>
                      </a:solidFill>
                    </a:lnB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dirty="0"/>
                    </a:p>
                  </a:txBody>
                  <a:tcPr anchor="ctr">
                    <a:lnL w="2880">
                      <a:solidFill>
                        <a:srgbClr val="BFBFBF"/>
                      </a:solidFill>
                    </a:lnL>
                    <a:lnR w="2880">
                      <a:solidFill>
                        <a:srgbClr val="BFBFBF"/>
                      </a:solidFill>
                    </a:lnR>
                    <a:lnT w="6480">
                      <a:solidFill>
                        <a:srgbClr val="D9D9D9"/>
                      </a:solidFill>
                    </a:lnT>
                    <a:lnB w="648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601"/>
                        </a:spcBef>
                        <a:buNone/>
                        <a:tabLst>
                          <a:tab pos="0" algn="l"/>
                        </a:tabLst>
                      </a:pPr>
                      <a:r>
                        <a:rPr lang="ko-KR" altLang="en-US" sz="1200" b="1" dirty="0" err="1"/>
                        <a:t>주유구</a:t>
                      </a:r>
                      <a:r>
                        <a:rPr lang="ko-KR" altLang="en-US" sz="1200" b="1" dirty="0"/>
                        <a:t> 인식 프로토타입</a:t>
                      </a:r>
                      <a:endParaRPr lang="en-US" sz="1200" b="1" strike="noStrike" spc="-1" dirty="0">
                        <a:latin typeface="Noto Sans CJK KR"/>
                      </a:endParaRPr>
                    </a:p>
                  </a:txBody>
                  <a:tcPr marL="33120" marR="3600" anchor="ctr">
                    <a:lnL w="2880">
                      <a:solidFill>
                        <a:srgbClr val="BFBFBF"/>
                      </a:solidFill>
                    </a:lnL>
                    <a:lnR w="28080">
                      <a:noFill/>
                    </a:lnR>
                    <a:lnT w="2880">
                      <a:solidFill>
                        <a:srgbClr val="BFBFBF"/>
                      </a:solidFill>
                    </a:lnT>
                    <a:lnB w="2880">
                      <a:solidFill>
                        <a:srgbClr val="BFBFBF"/>
                      </a:solidFill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884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601"/>
                        </a:spcBef>
                        <a:buNone/>
                        <a:tabLst>
                          <a:tab pos="0" algn="l"/>
                        </a:tabLst>
                      </a:pPr>
                      <a:r>
                        <a:rPr lang="ko-KR" sz="1200" b="1" strike="noStrike" spc="-1" dirty="0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</a:rPr>
                        <a:t>서비스 구축</a:t>
                      </a:r>
                      <a:endParaRPr lang="en-US" sz="1200" b="0" strike="noStrike" spc="-1" dirty="0">
                        <a:latin typeface="Noto Sans CJK KR"/>
                      </a:endParaRPr>
                    </a:p>
                  </a:txBody>
                  <a:tcPr marL="84600" marR="84600" anchor="ctr">
                    <a:lnL w="28080">
                      <a:noFill/>
                    </a:lnL>
                    <a:lnR w="2880">
                      <a:solidFill>
                        <a:srgbClr val="BFBFBF"/>
                      </a:solidFill>
                    </a:lnR>
                    <a:lnT w="2880">
                      <a:solidFill>
                        <a:srgbClr val="BFBFBF"/>
                      </a:solidFill>
                    </a:lnT>
                    <a:lnB w="2880">
                      <a:solidFill>
                        <a:srgbClr val="BFBFBF"/>
                      </a:solidFill>
                    </a:lnB>
                    <a:pattFill prst="ltUpDiag">
                      <a:fgClr>
                        <a:srgbClr val="EAF1F9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200" b="1" strike="noStrike" spc="-1" dirty="0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</a:rPr>
                        <a:t>11/19(</a:t>
                      </a:r>
                      <a:r>
                        <a:rPr lang="ko-KR" altLang="en-US" sz="1200" b="1" strike="noStrike" spc="-1" dirty="0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</a:rPr>
                        <a:t>수</a:t>
                      </a:r>
                      <a:r>
                        <a:rPr lang="en-US" sz="1200" b="1" strike="noStrike" spc="-1" dirty="0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</a:rPr>
                        <a:t>) ~ 11/20(</a:t>
                      </a:r>
                      <a:r>
                        <a:rPr lang="ko-KR" altLang="en-US" sz="1200" b="1" strike="noStrike" spc="-1" dirty="0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</a:rPr>
                        <a:t>목</a:t>
                      </a:r>
                      <a:r>
                        <a:rPr lang="en-US" sz="1200" b="1" strike="noStrike" spc="-1" dirty="0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  <a:endParaRPr lang="en-US" sz="1200" b="0" strike="noStrike" spc="-1" dirty="0">
                        <a:latin typeface="Noto Sans CJK KR"/>
                      </a:endParaRPr>
                    </a:p>
                  </a:txBody>
                  <a:tcPr marL="33120" marR="3600" anchor="ctr">
                    <a:lnL w="2880">
                      <a:solidFill>
                        <a:srgbClr val="BFBFBF"/>
                      </a:solidFill>
                    </a:lnL>
                    <a:lnR w="2880">
                      <a:solidFill>
                        <a:srgbClr val="BFBFBF"/>
                      </a:solidFill>
                    </a:lnR>
                    <a:lnT w="2880">
                      <a:solidFill>
                        <a:srgbClr val="BFBFBF"/>
                      </a:solidFill>
                    </a:lnT>
                    <a:lnB w="2880">
                      <a:solidFill>
                        <a:srgbClr val="BFBFBF"/>
                      </a:solidFill>
                    </a:lnB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/>
                    </a:p>
                  </a:txBody>
                  <a:tcPr anchor="ctr">
                    <a:lnL w="2880">
                      <a:solidFill>
                        <a:srgbClr val="BFBFBF"/>
                      </a:solidFill>
                    </a:lnL>
                    <a:lnR w="2880">
                      <a:solidFill>
                        <a:srgbClr val="BFBFBF"/>
                      </a:solidFill>
                    </a:lnR>
                    <a:lnT w="6480">
                      <a:solidFill>
                        <a:srgbClr val="D9D9D9"/>
                      </a:solidFill>
                    </a:lnT>
                    <a:lnB w="6480">
                      <a:solidFill>
                        <a:srgbClr val="D9D9D9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601"/>
                        </a:spcBef>
                        <a:buNone/>
                        <a:tabLst>
                          <a:tab pos="0" algn="l"/>
                        </a:tabLst>
                      </a:pPr>
                      <a:r>
                        <a:rPr lang="ko-KR" sz="1200" b="1" strike="noStrike" spc="-1" dirty="0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</a:rPr>
                        <a:t>최적화</a:t>
                      </a:r>
                      <a:r>
                        <a:rPr lang="en-US" sz="1200" b="1" strike="noStrike" spc="-1" dirty="0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</a:rPr>
                        <a:t>, </a:t>
                      </a:r>
                      <a:r>
                        <a:rPr lang="ko-KR" sz="1200" b="1" strike="noStrike" spc="-1" dirty="0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</a:rPr>
                        <a:t>오류 수정</a:t>
                      </a:r>
                      <a:endParaRPr lang="en-US" sz="1200" b="0" strike="noStrike" spc="-1" dirty="0">
                        <a:latin typeface="Noto Sans CJK KR"/>
                      </a:endParaRPr>
                    </a:p>
                  </a:txBody>
                  <a:tcPr marL="33120" marR="3600" anchor="ctr">
                    <a:lnL w="2880">
                      <a:solidFill>
                        <a:srgbClr val="BFBFBF"/>
                      </a:solidFill>
                    </a:lnL>
                    <a:lnR w="28080">
                      <a:noFill/>
                    </a:lnR>
                    <a:lnT w="2880">
                      <a:solidFill>
                        <a:srgbClr val="BFBFBF"/>
                      </a:solidFill>
                    </a:lnT>
                    <a:lnB w="2880">
                      <a:solidFill>
                        <a:srgbClr val="BFBFBF"/>
                      </a:solidFill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8840">
                <a:tc>
                  <a:txBody>
                    <a:bodyPr/>
                    <a:lstStyle/>
                    <a:p>
                      <a:pPr algn="ctr">
                        <a:lnSpc>
                          <a:spcPct val="120000"/>
                        </a:lnSpc>
                        <a:spcBef>
                          <a:spcPts val="601"/>
                        </a:spcBef>
                        <a:buNone/>
                        <a:tabLst>
                          <a:tab pos="0" algn="l"/>
                        </a:tabLst>
                      </a:pPr>
                      <a:r>
                        <a:rPr lang="ko-KR" altLang="en-US" sz="1200" b="1" strike="noStrike" spc="-1" dirty="0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</a:rPr>
                        <a:t>총 개발 기간</a:t>
                      </a:r>
                      <a:endParaRPr lang="en-US" sz="1200" b="0" strike="noStrike" spc="-1" dirty="0">
                        <a:latin typeface="Noto Sans CJK KR"/>
                      </a:endParaRPr>
                    </a:p>
                  </a:txBody>
                  <a:tcPr marL="84600" marR="84600" anchor="ctr">
                    <a:lnL w="28080">
                      <a:noFill/>
                    </a:lnL>
                    <a:lnR w="2880">
                      <a:solidFill>
                        <a:srgbClr val="BFBFBF"/>
                      </a:solidFill>
                    </a:lnR>
                    <a:lnT w="2880">
                      <a:solidFill>
                        <a:srgbClr val="BFBFBF"/>
                      </a:solidFill>
                    </a:lnT>
                    <a:lnB w="6480">
                      <a:solidFill>
                        <a:srgbClr val="A6A6A6"/>
                      </a:solidFill>
                    </a:lnB>
                    <a:pattFill prst="ltUpDiag">
                      <a:fgClr>
                        <a:srgbClr val="EAF1F9"/>
                      </a:fgClr>
                      <a:bgClr>
                        <a:srgbClr val="FFFFFF"/>
                      </a:bgClr>
                    </a:patt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  <a:buNone/>
                        <a:tabLst>
                          <a:tab pos="0" algn="l"/>
                        </a:tabLst>
                      </a:pPr>
                      <a:r>
                        <a:rPr lang="en-US" sz="1200" b="1" strike="noStrike" spc="-1" dirty="0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</a:rPr>
                        <a:t>11/17(</a:t>
                      </a:r>
                      <a:r>
                        <a:rPr lang="ko-KR" sz="1200" b="1" strike="noStrike" spc="-1" dirty="0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</a:rPr>
                        <a:t>월</a:t>
                      </a:r>
                      <a:r>
                        <a:rPr lang="en-US" sz="1200" b="1" strike="noStrike" spc="-1" dirty="0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</a:rPr>
                        <a:t>) ~ 11/21(</a:t>
                      </a:r>
                      <a:r>
                        <a:rPr lang="ko-KR" sz="1200" b="1" strike="noStrike" spc="-1" dirty="0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</a:rPr>
                        <a:t>금</a:t>
                      </a:r>
                      <a:r>
                        <a:rPr lang="en-US" sz="1200" b="1" strike="noStrike" spc="-1" dirty="0">
                          <a:solidFill>
                            <a:srgbClr val="3B3838"/>
                          </a:solidFill>
                          <a:latin typeface="맑은 고딕"/>
                          <a:ea typeface="맑은 고딕"/>
                        </a:rPr>
                        <a:t>)</a:t>
                      </a:r>
                      <a:endParaRPr lang="en-US" sz="1200" b="0" strike="noStrike" spc="-1" dirty="0">
                        <a:latin typeface="Noto Sans CJK KR"/>
                      </a:endParaRPr>
                    </a:p>
                  </a:txBody>
                  <a:tcPr marL="33120" marR="3600" anchor="ctr">
                    <a:lnL w="2880">
                      <a:solidFill>
                        <a:srgbClr val="BFBFBF"/>
                      </a:solidFill>
                    </a:lnL>
                    <a:lnR w="2880">
                      <a:solidFill>
                        <a:srgbClr val="BFBFBF"/>
                      </a:solidFill>
                    </a:lnR>
                    <a:lnT w="2880">
                      <a:solidFill>
                        <a:srgbClr val="BFBFBF"/>
                      </a:solidFill>
                    </a:lnT>
                    <a:lnB w="6480">
                      <a:solidFill>
                        <a:srgbClr val="A6A6A6"/>
                      </a:solidFill>
                    </a:lnB>
                    <a:solidFill>
                      <a:srgbClr val="EAF1F9">
                        <a:alpha val="25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ko-KR" dirty="0"/>
                    </a:p>
                  </a:txBody>
                  <a:tcPr anchor="ctr">
                    <a:lnL w="2880">
                      <a:solidFill>
                        <a:srgbClr val="BFBFBF"/>
                      </a:solidFill>
                    </a:lnL>
                    <a:lnR w="2880">
                      <a:solidFill>
                        <a:srgbClr val="BFBFBF"/>
                      </a:solidFill>
                    </a:lnR>
                    <a:lnT w="6480">
                      <a:solidFill>
                        <a:srgbClr val="D9D9D9"/>
                      </a:solidFill>
                    </a:lnT>
                    <a:lnB w="6480">
                      <a:solidFill>
                        <a:srgbClr val="A6A6A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200" b="1" i="0" dirty="0"/>
                        <a:t>최종 산출물 제출</a:t>
                      </a:r>
                      <a:endParaRPr lang="ko-KR" sz="1200" b="1" i="0" dirty="0"/>
                    </a:p>
                  </a:txBody>
                  <a:tcPr anchor="ctr">
                    <a:lnL w="2880">
                      <a:solidFill>
                        <a:srgbClr val="BFBFBF"/>
                      </a:solidFill>
                    </a:lnL>
                    <a:lnR w="28080">
                      <a:noFill/>
                    </a:lnR>
                    <a:lnT w="2880">
                      <a:solidFill>
                        <a:srgbClr val="BFBFBF"/>
                      </a:solidFill>
                    </a:lnT>
                    <a:lnB w="6480">
                      <a:solidFill>
                        <a:srgbClr val="A6A6A6"/>
                      </a:solidFill>
                    </a:lnB>
                    <a:solidFill>
                      <a:srgbClr val="FFFFFF">
                        <a:alpha val="6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382" name="그래픽 103"/>
          <p:cNvPicPr/>
          <p:nvPr/>
        </p:nvPicPr>
        <p:blipFill>
          <a:blip r:embed="rId6"/>
          <a:stretch/>
        </p:blipFill>
        <p:spPr>
          <a:xfrm>
            <a:off x="179640" y="5477760"/>
            <a:ext cx="124200" cy="124200"/>
          </a:xfrm>
          <a:prstGeom prst="rect">
            <a:avLst/>
          </a:prstGeom>
          <a:ln w="0">
            <a:noFill/>
          </a:ln>
        </p:spPr>
      </p:pic>
      <p:grpSp>
        <p:nvGrpSpPr>
          <p:cNvPr id="383" name="그룹 20"/>
          <p:cNvGrpSpPr/>
          <p:nvPr/>
        </p:nvGrpSpPr>
        <p:grpSpPr>
          <a:xfrm>
            <a:off x="4536660" y="2891123"/>
            <a:ext cx="2474280" cy="326160"/>
            <a:chOff x="4574160" y="3307680"/>
            <a:chExt cx="2474280" cy="326160"/>
          </a:xfrm>
        </p:grpSpPr>
        <p:grpSp>
          <p:nvGrpSpPr>
            <p:cNvPr id="384" name="그룹 47"/>
            <p:cNvGrpSpPr/>
            <p:nvPr/>
          </p:nvGrpSpPr>
          <p:grpSpPr>
            <a:xfrm>
              <a:off x="4574160" y="3307680"/>
              <a:ext cx="2474280" cy="326160"/>
              <a:chOff x="4574160" y="3307680"/>
              <a:chExt cx="2474280" cy="326160"/>
            </a:xfrm>
          </p:grpSpPr>
          <p:grpSp>
            <p:nvGrpSpPr>
              <p:cNvPr id="385" name="그룹 46"/>
              <p:cNvGrpSpPr/>
              <p:nvPr/>
            </p:nvGrpSpPr>
            <p:grpSpPr>
              <a:xfrm>
                <a:off x="4574160" y="3307680"/>
                <a:ext cx="2455920" cy="326160"/>
                <a:chOff x="4574160" y="3307680"/>
                <a:chExt cx="2455920" cy="326160"/>
              </a:xfrm>
            </p:grpSpPr>
            <p:sp>
              <p:nvSpPr>
                <p:cNvPr id="386" name="사각형: 둥근 모서리 41"/>
                <p:cNvSpPr/>
                <p:nvPr/>
              </p:nvSpPr>
              <p:spPr>
                <a:xfrm>
                  <a:off x="4574160" y="3307680"/>
                  <a:ext cx="2455920" cy="3261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387" name="타원 42"/>
                <p:cNvSpPr/>
                <p:nvPr/>
              </p:nvSpPr>
              <p:spPr>
                <a:xfrm>
                  <a:off x="4574160" y="3307680"/>
                  <a:ext cx="334440" cy="326160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</p:grpSp>
          <p:sp>
            <p:nvSpPr>
              <p:cNvPr id="388" name="TextBox 45"/>
              <p:cNvSpPr/>
              <p:nvPr/>
            </p:nvSpPr>
            <p:spPr>
              <a:xfrm>
                <a:off x="4927320" y="3340080"/>
                <a:ext cx="2121120" cy="2721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lstStyle/>
              <a:p>
                <a:pPr>
                  <a:lnSpc>
                    <a:spcPct val="100000"/>
                  </a:lnSpc>
                  <a:buNone/>
                </a:pPr>
                <a:r>
                  <a:rPr lang="ko-KR" sz="1200" b="1" strike="noStrike" spc="-1">
                    <a:solidFill>
                      <a:srgbClr val="3B3838"/>
                    </a:solidFill>
                    <a:latin typeface="맑은 고딕"/>
                    <a:ea typeface="맑은 고딕"/>
                  </a:rPr>
                  <a:t>프로젝트 기획 및 주제 선정</a:t>
                </a:r>
                <a:endParaRPr lang="en-US" sz="1200" b="0" strike="noStrike" spc="-1">
                  <a:latin typeface="Noto Sans CJK KR"/>
                </a:endParaRPr>
              </a:p>
            </p:txBody>
          </p:sp>
        </p:grpSp>
        <p:pic>
          <p:nvPicPr>
            <p:cNvPr id="389" name="그래픽 105"/>
            <p:cNvPicPr/>
            <p:nvPr/>
          </p:nvPicPr>
          <p:blipFill>
            <a:blip r:embed="rId7"/>
            <a:stretch/>
          </p:blipFill>
          <p:spPr>
            <a:xfrm>
              <a:off x="4689720" y="3386160"/>
              <a:ext cx="149040" cy="1796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390" name="그룹 9"/>
          <p:cNvGrpSpPr/>
          <p:nvPr/>
        </p:nvGrpSpPr>
        <p:grpSpPr>
          <a:xfrm>
            <a:off x="7346100" y="2891123"/>
            <a:ext cx="1445400" cy="326160"/>
            <a:chOff x="7383600" y="3307680"/>
            <a:chExt cx="1445400" cy="326160"/>
          </a:xfrm>
        </p:grpSpPr>
        <p:grpSp>
          <p:nvGrpSpPr>
            <p:cNvPr id="391" name="그룹 48"/>
            <p:cNvGrpSpPr/>
            <p:nvPr/>
          </p:nvGrpSpPr>
          <p:grpSpPr>
            <a:xfrm>
              <a:off x="7383600" y="3307680"/>
              <a:ext cx="1445400" cy="326160"/>
              <a:chOff x="7383600" y="3307680"/>
              <a:chExt cx="1445400" cy="326160"/>
            </a:xfrm>
          </p:grpSpPr>
          <p:grpSp>
            <p:nvGrpSpPr>
              <p:cNvPr id="392" name="그룹 49"/>
              <p:cNvGrpSpPr/>
              <p:nvPr/>
            </p:nvGrpSpPr>
            <p:grpSpPr>
              <a:xfrm>
                <a:off x="7383600" y="3307680"/>
                <a:ext cx="1445400" cy="326160"/>
                <a:chOff x="7383600" y="3307680"/>
                <a:chExt cx="1445400" cy="326160"/>
              </a:xfrm>
            </p:grpSpPr>
            <p:sp>
              <p:nvSpPr>
                <p:cNvPr id="393" name="사각형: 둥근 모서리 51"/>
                <p:cNvSpPr/>
                <p:nvPr/>
              </p:nvSpPr>
              <p:spPr>
                <a:xfrm>
                  <a:off x="7383600" y="3307680"/>
                  <a:ext cx="1445400" cy="3261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394" name="타원 52"/>
                <p:cNvSpPr/>
                <p:nvPr/>
              </p:nvSpPr>
              <p:spPr>
                <a:xfrm>
                  <a:off x="7383600" y="3307680"/>
                  <a:ext cx="334440" cy="326160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</p:grpSp>
          <p:sp>
            <p:nvSpPr>
              <p:cNvPr id="395" name="TextBox 50"/>
              <p:cNvSpPr/>
              <p:nvPr/>
            </p:nvSpPr>
            <p:spPr>
              <a:xfrm>
                <a:off x="7736760" y="3340080"/>
                <a:ext cx="1092240" cy="275545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square" lIns="90000" tIns="45000" rIns="90000" bIns="45000" anchor="t">
                <a:spAutoFit/>
              </a:bodyPr>
              <a:lstStyle/>
              <a:p>
                <a:pPr>
                  <a:lnSpc>
                    <a:spcPct val="100000"/>
                  </a:lnSpc>
                  <a:buNone/>
                </a:pPr>
                <a:r>
                  <a:rPr lang="ko-KR" altLang="en-US" sz="1200" b="1" spc="-1" dirty="0">
                    <a:solidFill>
                      <a:srgbClr val="3B3838"/>
                    </a:solidFill>
                    <a:latin typeface="맑은 고딕"/>
                    <a:ea typeface="맑은 고딕"/>
                  </a:rPr>
                  <a:t>기획안 작성 </a:t>
                </a:r>
                <a:endParaRPr lang="en-US" sz="1200" b="0" strike="noStrike" spc="-1" dirty="0">
                  <a:latin typeface="Noto Sans CJK KR"/>
                </a:endParaRPr>
              </a:p>
            </p:txBody>
          </p:sp>
        </p:grpSp>
        <p:pic>
          <p:nvPicPr>
            <p:cNvPr id="396" name="그래픽 106"/>
            <p:cNvPicPr/>
            <p:nvPr/>
          </p:nvPicPr>
          <p:blipFill>
            <a:blip r:embed="rId7"/>
            <a:stretch/>
          </p:blipFill>
          <p:spPr>
            <a:xfrm>
              <a:off x="7490160" y="3386160"/>
              <a:ext cx="149040" cy="1796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397" name="그룹 19"/>
          <p:cNvGrpSpPr/>
          <p:nvPr/>
        </p:nvGrpSpPr>
        <p:grpSpPr>
          <a:xfrm>
            <a:off x="4536660" y="3424643"/>
            <a:ext cx="2474280" cy="326160"/>
            <a:chOff x="4574160" y="3841200"/>
            <a:chExt cx="2474280" cy="326160"/>
          </a:xfrm>
        </p:grpSpPr>
        <p:grpSp>
          <p:nvGrpSpPr>
            <p:cNvPr id="398" name="그룹 57"/>
            <p:cNvGrpSpPr/>
            <p:nvPr/>
          </p:nvGrpSpPr>
          <p:grpSpPr>
            <a:xfrm>
              <a:off x="4574160" y="3841200"/>
              <a:ext cx="2474280" cy="326160"/>
              <a:chOff x="4574160" y="3841200"/>
              <a:chExt cx="2474280" cy="326160"/>
            </a:xfrm>
          </p:grpSpPr>
          <p:grpSp>
            <p:nvGrpSpPr>
              <p:cNvPr id="399" name="그룹 58"/>
              <p:cNvGrpSpPr/>
              <p:nvPr/>
            </p:nvGrpSpPr>
            <p:grpSpPr>
              <a:xfrm>
                <a:off x="4574160" y="3841200"/>
                <a:ext cx="1787100" cy="326160"/>
                <a:chOff x="4574160" y="3841200"/>
                <a:chExt cx="1787100" cy="326160"/>
              </a:xfrm>
            </p:grpSpPr>
            <p:sp>
              <p:nvSpPr>
                <p:cNvPr id="400" name="사각형: 둥근 모서리 60"/>
                <p:cNvSpPr/>
                <p:nvPr/>
              </p:nvSpPr>
              <p:spPr>
                <a:xfrm>
                  <a:off x="4574160" y="3841200"/>
                  <a:ext cx="1787100" cy="3261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401" name="타원 61"/>
                <p:cNvSpPr/>
                <p:nvPr/>
              </p:nvSpPr>
              <p:spPr>
                <a:xfrm>
                  <a:off x="4574160" y="3841200"/>
                  <a:ext cx="334440" cy="326160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</p:grpSp>
          <p:sp>
            <p:nvSpPr>
              <p:cNvPr id="402" name="TextBox 59"/>
              <p:cNvSpPr/>
              <p:nvPr/>
            </p:nvSpPr>
            <p:spPr>
              <a:xfrm>
                <a:off x="4927320" y="3873600"/>
                <a:ext cx="2121120" cy="275545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lstStyle/>
              <a:p>
                <a:pPr>
                  <a:lnSpc>
                    <a:spcPct val="100000"/>
                  </a:lnSpc>
                  <a:buNone/>
                </a:pPr>
                <a:r>
                  <a:rPr lang="ko-KR" altLang="en-US" sz="1200" b="1" strike="noStrike" spc="-1" dirty="0" err="1">
                    <a:solidFill>
                      <a:srgbClr val="3B3838"/>
                    </a:solidFill>
                    <a:latin typeface="맑은 고딕"/>
                    <a:ea typeface="맑은 고딕"/>
                  </a:rPr>
                  <a:t>로봇팔</a:t>
                </a:r>
                <a:r>
                  <a:rPr lang="ko-KR" altLang="en-US" sz="1200" b="1" strike="noStrike" spc="-1" dirty="0">
                    <a:solidFill>
                      <a:srgbClr val="3B3838"/>
                    </a:solidFill>
                    <a:latin typeface="맑은 고딕"/>
                    <a:ea typeface="맑은 고딕"/>
                  </a:rPr>
                  <a:t> </a:t>
                </a:r>
                <a:r>
                  <a:rPr lang="en-US" sz="1200" b="1" strike="noStrike" spc="-1" dirty="0">
                    <a:solidFill>
                      <a:srgbClr val="3B3838"/>
                    </a:solidFill>
                    <a:latin typeface="맑은 고딕"/>
                    <a:ea typeface="맑은 고딕"/>
                  </a:rPr>
                  <a:t>Ur10 </a:t>
                </a:r>
                <a:r>
                  <a:rPr lang="ko-KR" altLang="en-US" sz="1200" b="1" strike="noStrike" spc="-1" dirty="0">
                    <a:solidFill>
                      <a:srgbClr val="3B3838"/>
                    </a:solidFill>
                    <a:latin typeface="맑은 고딕"/>
                    <a:ea typeface="맑은 고딕"/>
                  </a:rPr>
                  <a:t>채택</a:t>
                </a:r>
                <a:endParaRPr lang="en-US" sz="1200" b="0" strike="noStrike" spc="-1" dirty="0">
                  <a:latin typeface="Noto Sans CJK KR"/>
                </a:endParaRPr>
              </a:p>
            </p:txBody>
          </p:sp>
        </p:grpSp>
        <p:pic>
          <p:nvPicPr>
            <p:cNvPr id="403" name="그래픽 107"/>
            <p:cNvPicPr/>
            <p:nvPr/>
          </p:nvPicPr>
          <p:blipFill>
            <a:blip r:embed="rId7"/>
            <a:stretch/>
          </p:blipFill>
          <p:spPr>
            <a:xfrm>
              <a:off x="4689720" y="3919680"/>
              <a:ext cx="149040" cy="1796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404" name="그룹 11"/>
          <p:cNvGrpSpPr/>
          <p:nvPr/>
        </p:nvGrpSpPr>
        <p:grpSpPr>
          <a:xfrm>
            <a:off x="6515125" y="3443829"/>
            <a:ext cx="2173150" cy="326160"/>
            <a:chOff x="7383600" y="3841200"/>
            <a:chExt cx="1936080" cy="326160"/>
          </a:xfrm>
        </p:grpSpPr>
        <p:grpSp>
          <p:nvGrpSpPr>
            <p:cNvPr id="405" name="그룹 63"/>
            <p:cNvGrpSpPr/>
            <p:nvPr/>
          </p:nvGrpSpPr>
          <p:grpSpPr>
            <a:xfrm>
              <a:off x="7383600" y="3841200"/>
              <a:ext cx="1936080" cy="326160"/>
              <a:chOff x="7383600" y="3841200"/>
              <a:chExt cx="1936080" cy="326160"/>
            </a:xfrm>
          </p:grpSpPr>
          <p:grpSp>
            <p:nvGrpSpPr>
              <p:cNvPr id="406" name="그룹 64"/>
              <p:cNvGrpSpPr/>
              <p:nvPr/>
            </p:nvGrpSpPr>
            <p:grpSpPr>
              <a:xfrm>
                <a:off x="7383600" y="3841200"/>
                <a:ext cx="1647349" cy="326160"/>
                <a:chOff x="7383600" y="3841200"/>
                <a:chExt cx="1647349" cy="326160"/>
              </a:xfrm>
            </p:grpSpPr>
            <p:sp>
              <p:nvSpPr>
                <p:cNvPr id="407" name="사각형: 둥근 모서리 66"/>
                <p:cNvSpPr/>
                <p:nvPr/>
              </p:nvSpPr>
              <p:spPr>
                <a:xfrm>
                  <a:off x="7383600" y="3841200"/>
                  <a:ext cx="1647349" cy="3261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408" name="타원 67"/>
                <p:cNvSpPr/>
                <p:nvPr/>
              </p:nvSpPr>
              <p:spPr>
                <a:xfrm>
                  <a:off x="7383600" y="3841200"/>
                  <a:ext cx="322935" cy="326160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</p:grpSp>
          <p:sp>
            <p:nvSpPr>
              <p:cNvPr id="409" name="TextBox 65"/>
              <p:cNvSpPr/>
              <p:nvPr/>
            </p:nvSpPr>
            <p:spPr>
              <a:xfrm>
                <a:off x="7736760" y="3873600"/>
                <a:ext cx="1582920" cy="275545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square" lIns="90000" tIns="45000" rIns="90000" bIns="45000" anchor="t">
                <a:spAutoFit/>
              </a:bodyPr>
              <a:lstStyle/>
              <a:p>
                <a:pPr>
                  <a:lnSpc>
                    <a:spcPct val="100000"/>
                  </a:lnSpc>
                  <a:buNone/>
                </a:pPr>
                <a:r>
                  <a:rPr lang="ko-KR" altLang="en-US" sz="1200" b="1" spc="-1" dirty="0">
                    <a:solidFill>
                      <a:srgbClr val="3B3838"/>
                    </a:solidFill>
                    <a:latin typeface="맑은 고딕"/>
                    <a:ea typeface="맑은 고딕"/>
                  </a:rPr>
                  <a:t>차량 </a:t>
                </a:r>
                <a:r>
                  <a:rPr lang="en-US" altLang="ko-KR" sz="1200" b="1" spc="-1" dirty="0">
                    <a:solidFill>
                      <a:srgbClr val="3B3838"/>
                    </a:solidFill>
                    <a:latin typeface="맑은 고딕"/>
                    <a:ea typeface="맑은 고딕"/>
                  </a:rPr>
                  <a:t>3D </a:t>
                </a:r>
                <a:r>
                  <a:rPr lang="ko-KR" altLang="en-US" sz="1200" b="1" spc="-1" dirty="0">
                    <a:solidFill>
                      <a:srgbClr val="3B3838"/>
                    </a:solidFill>
                    <a:latin typeface="맑은 고딕"/>
                    <a:ea typeface="맑은 고딕"/>
                  </a:rPr>
                  <a:t>모델 수집</a:t>
                </a:r>
                <a:endParaRPr lang="en-US" sz="1200" b="0" strike="noStrike" spc="-1" dirty="0">
                  <a:latin typeface="Noto Sans CJK KR"/>
                </a:endParaRPr>
              </a:p>
            </p:txBody>
          </p:sp>
        </p:grpSp>
        <p:pic>
          <p:nvPicPr>
            <p:cNvPr id="410" name="그래픽 108"/>
            <p:cNvPicPr/>
            <p:nvPr/>
          </p:nvPicPr>
          <p:blipFill>
            <a:blip r:embed="rId7"/>
            <a:stretch/>
          </p:blipFill>
          <p:spPr>
            <a:xfrm>
              <a:off x="7490160" y="3919680"/>
              <a:ext cx="143913" cy="1796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411" name="그룹 18"/>
          <p:cNvGrpSpPr/>
          <p:nvPr/>
        </p:nvGrpSpPr>
        <p:grpSpPr>
          <a:xfrm>
            <a:off x="4536660" y="3953123"/>
            <a:ext cx="3184832" cy="326160"/>
            <a:chOff x="4574160" y="4369680"/>
            <a:chExt cx="3184832" cy="326160"/>
          </a:xfrm>
        </p:grpSpPr>
        <p:grpSp>
          <p:nvGrpSpPr>
            <p:cNvPr id="412" name="그룹 69"/>
            <p:cNvGrpSpPr/>
            <p:nvPr/>
          </p:nvGrpSpPr>
          <p:grpSpPr>
            <a:xfrm>
              <a:off x="4574160" y="4369680"/>
              <a:ext cx="3184832" cy="326160"/>
              <a:chOff x="4574160" y="4369680"/>
              <a:chExt cx="3184832" cy="326160"/>
            </a:xfrm>
          </p:grpSpPr>
          <p:grpSp>
            <p:nvGrpSpPr>
              <p:cNvPr id="413" name="그룹 70"/>
              <p:cNvGrpSpPr/>
              <p:nvPr/>
            </p:nvGrpSpPr>
            <p:grpSpPr>
              <a:xfrm>
                <a:off x="4574160" y="4369680"/>
                <a:ext cx="2969040" cy="326160"/>
                <a:chOff x="4574160" y="4369680"/>
                <a:chExt cx="2969040" cy="326160"/>
              </a:xfrm>
            </p:grpSpPr>
            <p:sp>
              <p:nvSpPr>
                <p:cNvPr id="414" name="사각형: 둥근 모서리 72"/>
                <p:cNvSpPr/>
                <p:nvPr/>
              </p:nvSpPr>
              <p:spPr>
                <a:xfrm>
                  <a:off x="4574160" y="4369680"/>
                  <a:ext cx="2969040" cy="3261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415" name="타원 73"/>
                <p:cNvSpPr/>
                <p:nvPr/>
              </p:nvSpPr>
              <p:spPr>
                <a:xfrm>
                  <a:off x="4574160" y="4369680"/>
                  <a:ext cx="334440" cy="326160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</p:grpSp>
          <p:sp>
            <p:nvSpPr>
              <p:cNvPr id="416" name="TextBox 71"/>
              <p:cNvSpPr/>
              <p:nvPr/>
            </p:nvSpPr>
            <p:spPr>
              <a:xfrm>
                <a:off x="4927320" y="4402080"/>
                <a:ext cx="2831672" cy="275545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square" lIns="90000" tIns="45000" rIns="90000" bIns="45000" anchor="t">
                <a:spAutoFit/>
              </a:bodyPr>
              <a:lstStyle/>
              <a:p>
                <a:pPr>
                  <a:lnSpc>
                    <a:spcPct val="100000"/>
                  </a:lnSpc>
                  <a:buNone/>
                </a:pPr>
                <a:r>
                  <a:rPr lang="en-US" altLang="ko-KR" sz="1200" b="1" spc="-1" dirty="0">
                    <a:solidFill>
                      <a:srgbClr val="3B3838"/>
                    </a:solidFill>
                    <a:latin typeface="맑은 고딕"/>
                    <a:ea typeface="맑은 고딕"/>
                  </a:rPr>
                  <a:t>Isaac</a:t>
                </a:r>
                <a:r>
                  <a:rPr lang="ko-KR" altLang="en-US" sz="1200" b="1" spc="-1" dirty="0">
                    <a:solidFill>
                      <a:srgbClr val="3B3838"/>
                    </a:solidFill>
                    <a:latin typeface="맑은 고딕"/>
                    <a:ea typeface="맑은 고딕"/>
                  </a:rPr>
                  <a:t> </a:t>
                </a:r>
                <a:r>
                  <a:rPr lang="en-US" altLang="ko-KR" sz="1200" b="1" spc="-1" dirty="0">
                    <a:solidFill>
                      <a:srgbClr val="3B3838"/>
                    </a:solidFill>
                    <a:latin typeface="맑은 고딕"/>
                    <a:ea typeface="맑은 고딕"/>
                  </a:rPr>
                  <a:t>sim</a:t>
                </a:r>
                <a:r>
                  <a:rPr lang="ko-KR" altLang="en-US" sz="1200" b="1" spc="-1" dirty="0">
                    <a:solidFill>
                      <a:srgbClr val="3B3838"/>
                    </a:solidFill>
                    <a:latin typeface="맑은 고딕"/>
                    <a:ea typeface="맑은 고딕"/>
                  </a:rPr>
                  <a:t>으로 </a:t>
                </a:r>
                <a:r>
                  <a:rPr lang="en-US" altLang="ko-KR" sz="1200" b="1" spc="-1" dirty="0">
                    <a:solidFill>
                      <a:srgbClr val="3B3838"/>
                    </a:solidFill>
                    <a:latin typeface="맑은 고딕"/>
                    <a:ea typeface="맑은 고딕"/>
                  </a:rPr>
                  <a:t> </a:t>
                </a:r>
                <a:r>
                  <a:rPr lang="ko-KR" altLang="en-US" sz="1200" b="1" spc="-1" dirty="0" err="1">
                    <a:solidFill>
                      <a:srgbClr val="3B3838"/>
                    </a:solidFill>
                    <a:latin typeface="맑은 고딕"/>
                    <a:ea typeface="맑은 고딕"/>
                  </a:rPr>
                  <a:t>로봇팔</a:t>
                </a:r>
                <a:r>
                  <a:rPr lang="ko-KR" altLang="en-US" sz="1200" b="1" spc="-1" dirty="0">
                    <a:solidFill>
                      <a:srgbClr val="3B3838"/>
                    </a:solidFill>
                    <a:latin typeface="맑은 고딕"/>
                    <a:ea typeface="맑은 고딕"/>
                  </a:rPr>
                  <a:t> 및 차량 생성</a:t>
                </a:r>
                <a:endParaRPr lang="en-US" altLang="ko-KR" sz="1200" b="0" strike="noStrike" spc="-1" dirty="0">
                  <a:latin typeface="Noto Sans CJK KR"/>
                </a:endParaRPr>
              </a:p>
            </p:txBody>
          </p:sp>
        </p:grpSp>
        <p:pic>
          <p:nvPicPr>
            <p:cNvPr id="417" name="그래픽 109"/>
            <p:cNvPicPr/>
            <p:nvPr/>
          </p:nvPicPr>
          <p:blipFill>
            <a:blip r:embed="rId7"/>
            <a:stretch/>
          </p:blipFill>
          <p:spPr>
            <a:xfrm>
              <a:off x="4689720" y="4443480"/>
              <a:ext cx="149040" cy="1796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418" name="그룹 17"/>
          <p:cNvGrpSpPr/>
          <p:nvPr/>
        </p:nvGrpSpPr>
        <p:grpSpPr>
          <a:xfrm>
            <a:off x="4536660" y="4480163"/>
            <a:ext cx="2474280" cy="326160"/>
            <a:chOff x="4574160" y="4896720"/>
            <a:chExt cx="2474280" cy="326160"/>
          </a:xfrm>
        </p:grpSpPr>
        <p:grpSp>
          <p:nvGrpSpPr>
            <p:cNvPr id="419" name="그룹 75"/>
            <p:cNvGrpSpPr/>
            <p:nvPr/>
          </p:nvGrpSpPr>
          <p:grpSpPr>
            <a:xfrm>
              <a:off x="4574160" y="4896720"/>
              <a:ext cx="2474280" cy="326160"/>
              <a:chOff x="4574160" y="4896720"/>
              <a:chExt cx="2474280" cy="326160"/>
            </a:xfrm>
          </p:grpSpPr>
          <p:grpSp>
            <p:nvGrpSpPr>
              <p:cNvPr id="420" name="그룹 76"/>
              <p:cNvGrpSpPr/>
              <p:nvPr/>
            </p:nvGrpSpPr>
            <p:grpSpPr>
              <a:xfrm>
                <a:off x="4574160" y="4896720"/>
                <a:ext cx="1940848" cy="326160"/>
                <a:chOff x="4574160" y="4896720"/>
                <a:chExt cx="1940848" cy="326160"/>
              </a:xfrm>
            </p:grpSpPr>
            <p:sp>
              <p:nvSpPr>
                <p:cNvPr id="421" name="사각형: 둥근 모서리 78"/>
                <p:cNvSpPr/>
                <p:nvPr/>
              </p:nvSpPr>
              <p:spPr>
                <a:xfrm>
                  <a:off x="4574160" y="4896720"/>
                  <a:ext cx="1940848" cy="3261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422" name="타원 79"/>
                <p:cNvSpPr/>
                <p:nvPr/>
              </p:nvSpPr>
              <p:spPr>
                <a:xfrm>
                  <a:off x="4574160" y="4896720"/>
                  <a:ext cx="334440" cy="326160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</p:grpSp>
          <p:sp>
            <p:nvSpPr>
              <p:cNvPr id="423" name="TextBox 77"/>
              <p:cNvSpPr/>
              <p:nvPr/>
            </p:nvSpPr>
            <p:spPr>
              <a:xfrm>
                <a:off x="4927320" y="4929120"/>
                <a:ext cx="2121120" cy="275545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square" lIns="90000" tIns="45000" rIns="90000" bIns="45000" anchor="t">
                <a:spAutoFit/>
              </a:bodyPr>
              <a:lstStyle/>
              <a:p>
                <a:pPr>
                  <a:lnSpc>
                    <a:spcPct val="100000"/>
                  </a:lnSpc>
                  <a:buNone/>
                </a:pPr>
                <a:r>
                  <a:rPr lang="en-US" sz="1200" b="1" strike="noStrike" spc="-1" dirty="0">
                    <a:latin typeface="Noto Sans CJK KR"/>
                  </a:rPr>
                  <a:t>QR</a:t>
                </a:r>
                <a:r>
                  <a:rPr lang="ko-KR" altLang="en-US" sz="1200" b="1" strike="noStrike" spc="-1" dirty="0">
                    <a:latin typeface="Noto Sans CJK KR"/>
                  </a:rPr>
                  <a:t> 인식 시스템 개발</a:t>
                </a:r>
                <a:endParaRPr lang="en-US" sz="1200" b="1" strike="noStrike" spc="-1" dirty="0">
                  <a:latin typeface="Noto Sans CJK KR"/>
                </a:endParaRPr>
              </a:p>
            </p:txBody>
          </p:sp>
        </p:grpSp>
        <p:pic>
          <p:nvPicPr>
            <p:cNvPr id="424" name="그래픽 115"/>
            <p:cNvPicPr/>
            <p:nvPr/>
          </p:nvPicPr>
          <p:blipFill>
            <a:blip r:embed="rId7"/>
            <a:stretch/>
          </p:blipFill>
          <p:spPr>
            <a:xfrm>
              <a:off x="4689720" y="4967280"/>
              <a:ext cx="149040" cy="1796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425" name="그룹 15"/>
          <p:cNvGrpSpPr/>
          <p:nvPr/>
        </p:nvGrpSpPr>
        <p:grpSpPr>
          <a:xfrm>
            <a:off x="4536660" y="5010443"/>
            <a:ext cx="2474280" cy="326160"/>
            <a:chOff x="4574160" y="5427000"/>
            <a:chExt cx="2474280" cy="326160"/>
          </a:xfrm>
        </p:grpSpPr>
        <p:grpSp>
          <p:nvGrpSpPr>
            <p:cNvPr id="426" name="그룹 81"/>
            <p:cNvGrpSpPr/>
            <p:nvPr/>
          </p:nvGrpSpPr>
          <p:grpSpPr>
            <a:xfrm>
              <a:off x="4574160" y="5427000"/>
              <a:ext cx="2474280" cy="326160"/>
              <a:chOff x="4574160" y="5427000"/>
              <a:chExt cx="2474280" cy="326160"/>
            </a:xfrm>
          </p:grpSpPr>
          <p:grpSp>
            <p:nvGrpSpPr>
              <p:cNvPr id="427" name="그룹 82"/>
              <p:cNvGrpSpPr/>
              <p:nvPr/>
            </p:nvGrpSpPr>
            <p:grpSpPr>
              <a:xfrm>
                <a:off x="4574160" y="5427000"/>
                <a:ext cx="1628520" cy="326160"/>
                <a:chOff x="4574160" y="5427000"/>
                <a:chExt cx="1628520" cy="326160"/>
              </a:xfrm>
            </p:grpSpPr>
            <p:sp>
              <p:nvSpPr>
                <p:cNvPr id="428" name="사각형: 둥근 모서리 84"/>
                <p:cNvSpPr/>
                <p:nvPr/>
              </p:nvSpPr>
              <p:spPr>
                <a:xfrm>
                  <a:off x="4574160" y="5427000"/>
                  <a:ext cx="1628520" cy="3261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429" name="타원 85"/>
                <p:cNvSpPr/>
                <p:nvPr/>
              </p:nvSpPr>
              <p:spPr>
                <a:xfrm>
                  <a:off x="4574160" y="5427000"/>
                  <a:ext cx="334440" cy="326160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</p:grpSp>
          <p:sp>
            <p:nvSpPr>
              <p:cNvPr id="430" name="TextBox 83"/>
              <p:cNvSpPr/>
              <p:nvPr/>
            </p:nvSpPr>
            <p:spPr>
              <a:xfrm>
                <a:off x="4927320" y="5459400"/>
                <a:ext cx="2121120" cy="275545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ts val="601"/>
                  </a:spcBef>
                  <a:buNone/>
                  <a:tabLst>
                    <a:tab pos="0" algn="l"/>
                  </a:tabLst>
                </a:pPr>
                <a:r>
                  <a:rPr lang="ko-KR" altLang="en-US" sz="1200" b="1" spc="-1" dirty="0">
                    <a:solidFill>
                      <a:srgbClr val="3B3838"/>
                    </a:solidFill>
                    <a:latin typeface="맑은 고딕"/>
                    <a:ea typeface="맑은 고딕"/>
                  </a:rPr>
                  <a:t>전체 기능 통합</a:t>
                </a:r>
                <a:endParaRPr lang="en-US" sz="1200" b="0" strike="noStrike" spc="-1" dirty="0">
                  <a:latin typeface="Noto Sans CJK KR"/>
                </a:endParaRPr>
              </a:p>
            </p:txBody>
          </p:sp>
        </p:grpSp>
        <p:pic>
          <p:nvPicPr>
            <p:cNvPr id="431" name="그래픽 116"/>
            <p:cNvPicPr/>
            <p:nvPr/>
          </p:nvPicPr>
          <p:blipFill>
            <a:blip r:embed="rId7"/>
            <a:stretch/>
          </p:blipFill>
          <p:spPr>
            <a:xfrm>
              <a:off x="4689720" y="5505480"/>
              <a:ext cx="149040" cy="1796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432" name="그룹 13"/>
          <p:cNvGrpSpPr/>
          <p:nvPr/>
        </p:nvGrpSpPr>
        <p:grpSpPr>
          <a:xfrm>
            <a:off x="6469980" y="5004603"/>
            <a:ext cx="2812200" cy="332000"/>
            <a:chOff x="6507480" y="5421160"/>
            <a:chExt cx="2812200" cy="332000"/>
          </a:xfrm>
        </p:grpSpPr>
        <p:grpSp>
          <p:nvGrpSpPr>
            <p:cNvPr id="433" name="그룹 87"/>
            <p:cNvGrpSpPr/>
            <p:nvPr/>
          </p:nvGrpSpPr>
          <p:grpSpPr>
            <a:xfrm>
              <a:off x="6507480" y="5421160"/>
              <a:ext cx="2812200" cy="332000"/>
              <a:chOff x="6507480" y="5421160"/>
              <a:chExt cx="2812200" cy="332000"/>
            </a:xfrm>
          </p:grpSpPr>
          <p:grpSp>
            <p:nvGrpSpPr>
              <p:cNvPr id="434" name="그룹 88"/>
              <p:cNvGrpSpPr/>
              <p:nvPr/>
            </p:nvGrpSpPr>
            <p:grpSpPr>
              <a:xfrm>
                <a:off x="6507480" y="5421160"/>
                <a:ext cx="1830070" cy="332000"/>
                <a:chOff x="6507480" y="5421160"/>
                <a:chExt cx="1830070" cy="332000"/>
              </a:xfrm>
            </p:grpSpPr>
            <p:sp>
              <p:nvSpPr>
                <p:cNvPr id="435" name="사각형: 둥근 모서리 90"/>
                <p:cNvSpPr/>
                <p:nvPr/>
              </p:nvSpPr>
              <p:spPr>
                <a:xfrm>
                  <a:off x="6507480" y="5427000"/>
                  <a:ext cx="1830070" cy="3261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436" name="타원 91"/>
                <p:cNvSpPr/>
                <p:nvPr/>
              </p:nvSpPr>
              <p:spPr>
                <a:xfrm>
                  <a:off x="6515008" y="5421160"/>
                  <a:ext cx="334440" cy="326160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</p:grpSp>
          <p:sp>
            <p:nvSpPr>
              <p:cNvPr id="437" name="TextBox 89"/>
              <p:cNvSpPr/>
              <p:nvPr/>
            </p:nvSpPr>
            <p:spPr>
              <a:xfrm>
                <a:off x="6849448" y="5459400"/>
                <a:ext cx="2470232" cy="275545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square" lIns="90000" tIns="45000" rIns="90000" bIns="45000" anchor="t">
                <a:spAutoFit/>
              </a:bodyPr>
              <a:lstStyle/>
              <a:p>
                <a:pPr>
                  <a:lnSpc>
                    <a:spcPct val="100000"/>
                  </a:lnSpc>
                  <a:buNone/>
                </a:pPr>
                <a:r>
                  <a:rPr lang="ko-KR" altLang="en-US" sz="1200" b="1" dirty="0"/>
                  <a:t>삽입 성공률 테스트</a:t>
                </a:r>
                <a:endParaRPr lang="en-US" sz="1200" b="1" strike="noStrike" spc="-1" dirty="0">
                  <a:latin typeface="Noto Sans CJK KR"/>
                </a:endParaRPr>
              </a:p>
            </p:txBody>
          </p:sp>
        </p:grpSp>
        <p:pic>
          <p:nvPicPr>
            <p:cNvPr id="438" name="그래픽 117"/>
            <p:cNvPicPr/>
            <p:nvPr/>
          </p:nvPicPr>
          <p:blipFill>
            <a:blip r:embed="rId7"/>
            <a:stretch/>
          </p:blipFill>
          <p:spPr>
            <a:xfrm>
              <a:off x="6621568" y="5499640"/>
              <a:ext cx="149040" cy="1796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9" name="그룹 15">
            <a:extLst>
              <a:ext uri="{FF2B5EF4-FFF2-40B4-BE49-F238E27FC236}">
                <a16:creationId xmlns:a16="http://schemas.microsoft.com/office/drawing/2014/main" id="{21B6DAC4-09F3-42BB-20C9-7853BA6CEC5D}"/>
              </a:ext>
            </a:extLst>
          </p:cNvPr>
          <p:cNvGrpSpPr/>
          <p:nvPr/>
        </p:nvGrpSpPr>
        <p:grpSpPr>
          <a:xfrm>
            <a:off x="4536660" y="5550563"/>
            <a:ext cx="2809440" cy="326160"/>
            <a:chOff x="4574160" y="5427000"/>
            <a:chExt cx="2474280" cy="326160"/>
          </a:xfrm>
        </p:grpSpPr>
        <p:grpSp>
          <p:nvGrpSpPr>
            <p:cNvPr id="10" name="그룹 81">
              <a:extLst>
                <a:ext uri="{FF2B5EF4-FFF2-40B4-BE49-F238E27FC236}">
                  <a16:creationId xmlns:a16="http://schemas.microsoft.com/office/drawing/2014/main" id="{06C99ACA-2340-DF88-B32D-E1E2701200F4}"/>
                </a:ext>
              </a:extLst>
            </p:cNvPr>
            <p:cNvGrpSpPr/>
            <p:nvPr/>
          </p:nvGrpSpPr>
          <p:grpSpPr>
            <a:xfrm>
              <a:off x="4574160" y="5427000"/>
              <a:ext cx="2474280" cy="326160"/>
              <a:chOff x="4574160" y="5427000"/>
              <a:chExt cx="2474280" cy="326160"/>
            </a:xfrm>
          </p:grpSpPr>
          <p:grpSp>
            <p:nvGrpSpPr>
              <p:cNvPr id="12" name="그룹 82">
                <a:extLst>
                  <a:ext uri="{FF2B5EF4-FFF2-40B4-BE49-F238E27FC236}">
                    <a16:creationId xmlns:a16="http://schemas.microsoft.com/office/drawing/2014/main" id="{F9AC3FE2-1197-5934-4347-9939DD84E774}"/>
                  </a:ext>
                </a:extLst>
              </p:cNvPr>
              <p:cNvGrpSpPr/>
              <p:nvPr/>
            </p:nvGrpSpPr>
            <p:grpSpPr>
              <a:xfrm>
                <a:off x="4574160" y="5427000"/>
                <a:ext cx="2455920" cy="326160"/>
                <a:chOff x="4574160" y="5427000"/>
                <a:chExt cx="2455920" cy="326160"/>
              </a:xfrm>
            </p:grpSpPr>
            <p:sp>
              <p:nvSpPr>
                <p:cNvPr id="14" name="사각형: 둥근 모서리 84">
                  <a:extLst>
                    <a:ext uri="{FF2B5EF4-FFF2-40B4-BE49-F238E27FC236}">
                      <a16:creationId xmlns:a16="http://schemas.microsoft.com/office/drawing/2014/main" id="{35E64F50-B4D1-DF4A-5A0F-0793C3A5C261}"/>
                    </a:ext>
                  </a:extLst>
                </p:cNvPr>
                <p:cNvSpPr/>
                <p:nvPr/>
              </p:nvSpPr>
              <p:spPr>
                <a:xfrm>
                  <a:off x="4574160" y="5427000"/>
                  <a:ext cx="2455920" cy="3261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  <p:sp>
              <p:nvSpPr>
                <p:cNvPr id="15" name="타원 85">
                  <a:extLst>
                    <a:ext uri="{FF2B5EF4-FFF2-40B4-BE49-F238E27FC236}">
                      <a16:creationId xmlns:a16="http://schemas.microsoft.com/office/drawing/2014/main" id="{B0EB7F21-FD19-32A7-75AF-C0B97DAD668B}"/>
                    </a:ext>
                  </a:extLst>
                </p:cNvPr>
                <p:cNvSpPr/>
                <p:nvPr/>
              </p:nvSpPr>
              <p:spPr>
                <a:xfrm>
                  <a:off x="4574160" y="5427000"/>
                  <a:ext cx="334440" cy="326160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</p:grpSp>
          <p:sp>
            <p:nvSpPr>
              <p:cNvPr id="13" name="TextBox 83">
                <a:extLst>
                  <a:ext uri="{FF2B5EF4-FFF2-40B4-BE49-F238E27FC236}">
                    <a16:creationId xmlns:a16="http://schemas.microsoft.com/office/drawing/2014/main" id="{8B280090-3015-1BF6-3712-31F110431EF8}"/>
                  </a:ext>
                </a:extLst>
              </p:cNvPr>
              <p:cNvSpPr/>
              <p:nvPr/>
            </p:nvSpPr>
            <p:spPr>
              <a:xfrm>
                <a:off x="4927320" y="5459400"/>
                <a:ext cx="2121120" cy="275545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45000" rIns="90000" bIns="45000" anchor="t">
                <a:spAutoFit/>
              </a:bodyPr>
              <a:lstStyle/>
              <a:p>
                <a:pPr>
                  <a:lnSpc>
                    <a:spcPct val="100000"/>
                  </a:lnSpc>
                  <a:spcBef>
                    <a:spcPts val="601"/>
                  </a:spcBef>
                  <a:buNone/>
                  <a:tabLst>
                    <a:tab pos="0" algn="l"/>
                  </a:tabLst>
                </a:pPr>
                <a:r>
                  <a:rPr lang="ko-KR" altLang="en-US" sz="1200" b="1" spc="-1" dirty="0">
                    <a:solidFill>
                      <a:srgbClr val="3B3838"/>
                    </a:solidFill>
                    <a:latin typeface="맑은 고딕"/>
                    <a:ea typeface="맑은 고딕"/>
                  </a:rPr>
                  <a:t>최종 테스트 및 발표 자료 제작</a:t>
                </a:r>
                <a:endParaRPr lang="en-US" sz="1200" b="0" strike="noStrike" spc="-1" dirty="0">
                  <a:latin typeface="Noto Sans CJK KR"/>
                </a:endParaRPr>
              </a:p>
            </p:txBody>
          </p:sp>
        </p:grpSp>
        <p:pic>
          <p:nvPicPr>
            <p:cNvPr id="11" name="그래픽 116">
              <a:extLst>
                <a:ext uri="{FF2B5EF4-FFF2-40B4-BE49-F238E27FC236}">
                  <a16:creationId xmlns:a16="http://schemas.microsoft.com/office/drawing/2014/main" id="{576162A4-E60F-5E84-20D3-5DBAFF385C9E}"/>
                </a:ext>
              </a:extLst>
            </p:cNvPr>
            <p:cNvPicPr/>
            <p:nvPr/>
          </p:nvPicPr>
          <p:blipFill>
            <a:blip r:embed="rId7"/>
            <a:stretch/>
          </p:blipFill>
          <p:spPr>
            <a:xfrm>
              <a:off x="4689720" y="5505480"/>
              <a:ext cx="149040" cy="179640"/>
            </a:xfrm>
            <a:prstGeom prst="rect">
              <a:avLst/>
            </a:prstGeom>
            <a:ln w="0">
              <a:noFill/>
            </a:ln>
          </p:spPr>
        </p:pic>
      </p:grpSp>
      <p:grpSp>
        <p:nvGrpSpPr>
          <p:cNvPr id="18" name="그룹 17">
            <a:extLst>
              <a:ext uri="{FF2B5EF4-FFF2-40B4-BE49-F238E27FC236}">
                <a16:creationId xmlns:a16="http://schemas.microsoft.com/office/drawing/2014/main" id="{3060BFA4-7F0A-FF4E-4D42-CA2C8FE31632}"/>
              </a:ext>
            </a:extLst>
          </p:cNvPr>
          <p:cNvGrpSpPr/>
          <p:nvPr/>
        </p:nvGrpSpPr>
        <p:grpSpPr>
          <a:xfrm>
            <a:off x="6873459" y="4484508"/>
            <a:ext cx="3136553" cy="326160"/>
            <a:chOff x="4574159" y="4896720"/>
            <a:chExt cx="3136553" cy="326160"/>
          </a:xfrm>
        </p:grpSpPr>
        <p:grpSp>
          <p:nvGrpSpPr>
            <p:cNvPr id="19" name="그룹 75">
              <a:extLst>
                <a:ext uri="{FF2B5EF4-FFF2-40B4-BE49-F238E27FC236}">
                  <a16:creationId xmlns:a16="http://schemas.microsoft.com/office/drawing/2014/main" id="{548B2A85-506F-9E5B-87E7-76C01DE9FCC8}"/>
                </a:ext>
              </a:extLst>
            </p:cNvPr>
            <p:cNvGrpSpPr/>
            <p:nvPr/>
          </p:nvGrpSpPr>
          <p:grpSpPr>
            <a:xfrm>
              <a:off x="4574159" y="4896720"/>
              <a:ext cx="3136553" cy="326160"/>
              <a:chOff x="4574159" y="4896720"/>
              <a:chExt cx="3136553" cy="326160"/>
            </a:xfrm>
          </p:grpSpPr>
          <p:grpSp>
            <p:nvGrpSpPr>
              <p:cNvPr id="21" name="그룹 76">
                <a:extLst>
                  <a:ext uri="{FF2B5EF4-FFF2-40B4-BE49-F238E27FC236}">
                    <a16:creationId xmlns:a16="http://schemas.microsoft.com/office/drawing/2014/main" id="{DCAE2CAD-0DBE-FB37-A5AA-2E18FD80C3D5}"/>
                  </a:ext>
                </a:extLst>
              </p:cNvPr>
              <p:cNvGrpSpPr/>
              <p:nvPr/>
            </p:nvGrpSpPr>
            <p:grpSpPr>
              <a:xfrm>
                <a:off x="4574159" y="4896720"/>
                <a:ext cx="2520307" cy="326160"/>
                <a:chOff x="4574159" y="4896720"/>
                <a:chExt cx="2520307" cy="326160"/>
              </a:xfrm>
            </p:grpSpPr>
            <p:sp>
              <p:nvSpPr>
                <p:cNvPr id="23" name="사각형: 둥근 모서리 78">
                  <a:extLst>
                    <a:ext uri="{FF2B5EF4-FFF2-40B4-BE49-F238E27FC236}">
                      <a16:creationId xmlns:a16="http://schemas.microsoft.com/office/drawing/2014/main" id="{E1893879-C29B-3A06-60C3-537D4DA7ED27}"/>
                    </a:ext>
                  </a:extLst>
                </p:cNvPr>
                <p:cNvSpPr/>
                <p:nvPr/>
              </p:nvSpPr>
              <p:spPr>
                <a:xfrm>
                  <a:off x="4574159" y="4896720"/>
                  <a:ext cx="2520307" cy="32616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bg1">
                    <a:lumMod val="95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  <p:txBody>
                <a:bodyPr/>
                <a:lstStyle/>
                <a:p>
                  <a:endParaRPr lang="ko-KR" altLang="en-US" dirty="0"/>
                </a:p>
              </p:txBody>
            </p:sp>
            <p:sp>
              <p:nvSpPr>
                <p:cNvPr id="24" name="타원 79">
                  <a:extLst>
                    <a:ext uri="{FF2B5EF4-FFF2-40B4-BE49-F238E27FC236}">
                      <a16:creationId xmlns:a16="http://schemas.microsoft.com/office/drawing/2014/main" id="{EA3B8AE0-9887-C37C-9C3D-1B6723984221}"/>
                    </a:ext>
                  </a:extLst>
                </p:cNvPr>
                <p:cNvSpPr/>
                <p:nvPr/>
              </p:nvSpPr>
              <p:spPr>
                <a:xfrm>
                  <a:off x="4574160" y="4896720"/>
                  <a:ext cx="334440" cy="326160"/>
                </a:xfrm>
                <a:prstGeom prst="ellipse">
                  <a:avLst/>
                </a:prstGeom>
                <a:solidFill>
                  <a:srgbClr val="3378C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/>
              </p:style>
            </p:sp>
          </p:grpSp>
          <p:sp>
            <p:nvSpPr>
              <p:cNvPr id="22" name="TextBox 77">
                <a:extLst>
                  <a:ext uri="{FF2B5EF4-FFF2-40B4-BE49-F238E27FC236}">
                    <a16:creationId xmlns:a16="http://schemas.microsoft.com/office/drawing/2014/main" id="{76BB839F-44CD-6EE6-564C-8A764A465DC8}"/>
                  </a:ext>
                </a:extLst>
              </p:cNvPr>
              <p:cNvSpPr/>
              <p:nvPr/>
            </p:nvSpPr>
            <p:spPr>
              <a:xfrm>
                <a:off x="4927320" y="4929120"/>
                <a:ext cx="2783392" cy="275545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wrap="square" lIns="90000" tIns="45000" rIns="90000" bIns="45000" anchor="t">
                <a:spAutoFit/>
              </a:bodyPr>
              <a:lstStyle/>
              <a:p>
                <a:pPr>
                  <a:lnSpc>
                    <a:spcPct val="100000"/>
                  </a:lnSpc>
                  <a:buNone/>
                </a:pPr>
                <a:r>
                  <a:rPr lang="ko-KR" altLang="en-US" sz="1200" b="1" dirty="0" err="1"/>
                  <a:t>로봇팔의</a:t>
                </a:r>
                <a:r>
                  <a:rPr lang="ko-KR" altLang="en-US" sz="1200" b="1" dirty="0"/>
                  <a:t> 정교한 움직임 구현</a:t>
                </a:r>
                <a:endParaRPr lang="en-US" sz="1200" b="1" strike="noStrike" spc="-1" dirty="0">
                  <a:latin typeface="Noto Sans CJK KR"/>
                </a:endParaRPr>
              </a:p>
            </p:txBody>
          </p:sp>
        </p:grpSp>
        <p:pic>
          <p:nvPicPr>
            <p:cNvPr id="20" name="그래픽 115">
              <a:extLst>
                <a:ext uri="{FF2B5EF4-FFF2-40B4-BE49-F238E27FC236}">
                  <a16:creationId xmlns:a16="http://schemas.microsoft.com/office/drawing/2014/main" id="{434DFBA8-A6D7-E776-93A5-E3CFB3140A7E}"/>
                </a:ext>
              </a:extLst>
            </p:cNvPr>
            <p:cNvPicPr/>
            <p:nvPr/>
          </p:nvPicPr>
          <p:blipFill>
            <a:blip r:embed="rId7"/>
            <a:stretch/>
          </p:blipFill>
          <p:spPr>
            <a:xfrm>
              <a:off x="4689720" y="4967280"/>
              <a:ext cx="149040" cy="179640"/>
            </a:xfrm>
            <a:prstGeom prst="rect">
              <a:avLst/>
            </a:prstGeom>
            <a:ln w="0">
              <a:noFill/>
            </a:ln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AA6DF3EF-704D-45E3-BD37-ACC846D6F5E9}"/>
              </a:ext>
            </a:extLst>
          </p:cNvPr>
          <p:cNvSpPr txBox="1"/>
          <p:nvPr/>
        </p:nvSpPr>
        <p:spPr>
          <a:xfrm>
            <a:off x="2492740" y="587663"/>
            <a:ext cx="7070725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ko-KR"/>
            </a:defPPr>
            <a:lvl1pPr algn="ctr">
              <a:defRPr sz="4400">
                <a:latin typeface="a큐브" panose="02020600000000000000" pitchFamily="18" charset="-127"/>
                <a:ea typeface="a큐브" panose="02020600000000000000" pitchFamily="18" charset="-127"/>
              </a:defRPr>
            </a:lvl1pPr>
          </a:lstStyle>
          <a:p>
            <a:r>
              <a:rPr lang="ko-KR" altLang="en-US" b="1" dirty="0"/>
              <a:t>시스템 흐름도</a:t>
            </a:r>
          </a:p>
          <a:p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1EC38E77-7715-4E3D-B20E-5BC1E150DD96}"/>
              </a:ext>
            </a:extLst>
          </p:cNvPr>
          <p:cNvSpPr/>
          <p:nvPr/>
        </p:nvSpPr>
        <p:spPr>
          <a:xfrm>
            <a:off x="1833563" y="3848100"/>
            <a:ext cx="1704975" cy="190500"/>
          </a:xfrm>
          <a:prstGeom prst="rect">
            <a:avLst/>
          </a:prstGeom>
          <a:solidFill>
            <a:srgbClr val="5B93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0" name="직사각형 49">
            <a:extLst>
              <a:ext uri="{FF2B5EF4-FFF2-40B4-BE49-F238E27FC236}">
                <a16:creationId xmlns:a16="http://schemas.microsoft.com/office/drawing/2014/main" id="{37B0C8E3-DC56-4A24-BD25-C6B682BE3BA4}"/>
              </a:ext>
            </a:extLst>
          </p:cNvPr>
          <p:cNvSpPr/>
          <p:nvPr/>
        </p:nvSpPr>
        <p:spPr>
          <a:xfrm>
            <a:off x="3538538" y="3848100"/>
            <a:ext cx="1704975" cy="190500"/>
          </a:xfrm>
          <a:prstGeom prst="rect">
            <a:avLst/>
          </a:prstGeom>
          <a:solidFill>
            <a:srgbClr val="DCA7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C3992D15-C423-4D49-898F-86C5C9C3B789}"/>
              </a:ext>
            </a:extLst>
          </p:cNvPr>
          <p:cNvSpPr/>
          <p:nvPr/>
        </p:nvSpPr>
        <p:spPr>
          <a:xfrm>
            <a:off x="5243513" y="3848100"/>
            <a:ext cx="1704975" cy="190500"/>
          </a:xfrm>
          <a:prstGeom prst="rect">
            <a:avLst/>
          </a:prstGeom>
          <a:solidFill>
            <a:srgbClr val="D87D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2" name="직사각형 51">
            <a:extLst>
              <a:ext uri="{FF2B5EF4-FFF2-40B4-BE49-F238E27FC236}">
                <a16:creationId xmlns:a16="http://schemas.microsoft.com/office/drawing/2014/main" id="{F6174654-455C-43AF-9F20-A7DC3F17F759}"/>
              </a:ext>
            </a:extLst>
          </p:cNvPr>
          <p:cNvSpPr/>
          <p:nvPr/>
        </p:nvSpPr>
        <p:spPr>
          <a:xfrm>
            <a:off x="6948488" y="3848100"/>
            <a:ext cx="1704975" cy="190500"/>
          </a:xfrm>
          <a:prstGeom prst="rect">
            <a:avLst/>
          </a:prstGeom>
          <a:solidFill>
            <a:srgbClr val="C328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74453012-7E4B-4B81-A3BB-BCBB8E356C4E}"/>
              </a:ext>
            </a:extLst>
          </p:cNvPr>
          <p:cNvSpPr/>
          <p:nvPr/>
        </p:nvSpPr>
        <p:spPr>
          <a:xfrm>
            <a:off x="8653463" y="3848100"/>
            <a:ext cx="1704975" cy="190500"/>
          </a:xfrm>
          <a:prstGeom prst="rect">
            <a:avLst/>
          </a:prstGeom>
          <a:solidFill>
            <a:srgbClr val="7E04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55" name="직선 연결선 54">
            <a:extLst>
              <a:ext uri="{FF2B5EF4-FFF2-40B4-BE49-F238E27FC236}">
                <a16:creationId xmlns:a16="http://schemas.microsoft.com/office/drawing/2014/main" id="{6CE03CFB-3B1D-49AA-A60F-14F4588A1AF6}"/>
              </a:ext>
            </a:extLst>
          </p:cNvPr>
          <p:cNvCxnSpPr/>
          <p:nvPr/>
        </p:nvCxnSpPr>
        <p:spPr>
          <a:xfrm flipV="1">
            <a:off x="2695575" y="3009900"/>
            <a:ext cx="0" cy="676275"/>
          </a:xfrm>
          <a:prstGeom prst="line">
            <a:avLst/>
          </a:prstGeom>
          <a:ln w="19050">
            <a:solidFill>
              <a:srgbClr val="5B938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연결선 55">
            <a:extLst>
              <a:ext uri="{FF2B5EF4-FFF2-40B4-BE49-F238E27FC236}">
                <a16:creationId xmlns:a16="http://schemas.microsoft.com/office/drawing/2014/main" id="{DB0CD96C-BC29-41A4-80E7-5E8949FC4BB3}"/>
              </a:ext>
            </a:extLst>
          </p:cNvPr>
          <p:cNvCxnSpPr>
            <a:cxnSpLocks/>
          </p:cNvCxnSpPr>
          <p:nvPr/>
        </p:nvCxnSpPr>
        <p:spPr>
          <a:xfrm flipV="1">
            <a:off x="4391025" y="4200525"/>
            <a:ext cx="0" cy="676275"/>
          </a:xfrm>
          <a:prstGeom prst="line">
            <a:avLst/>
          </a:prstGeom>
          <a:ln w="19050">
            <a:solidFill>
              <a:srgbClr val="DCA70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직선 연결선 56">
            <a:extLst>
              <a:ext uri="{FF2B5EF4-FFF2-40B4-BE49-F238E27FC236}">
                <a16:creationId xmlns:a16="http://schemas.microsoft.com/office/drawing/2014/main" id="{BDE3C06E-E9F8-457E-9B9F-D7B0B23499C5}"/>
              </a:ext>
            </a:extLst>
          </p:cNvPr>
          <p:cNvCxnSpPr>
            <a:cxnSpLocks/>
          </p:cNvCxnSpPr>
          <p:nvPr/>
        </p:nvCxnSpPr>
        <p:spPr>
          <a:xfrm flipV="1">
            <a:off x="6096000" y="3009900"/>
            <a:ext cx="0" cy="676275"/>
          </a:xfrm>
          <a:prstGeom prst="line">
            <a:avLst/>
          </a:prstGeom>
          <a:ln w="19050">
            <a:solidFill>
              <a:srgbClr val="D87D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연결선 57">
            <a:extLst>
              <a:ext uri="{FF2B5EF4-FFF2-40B4-BE49-F238E27FC236}">
                <a16:creationId xmlns:a16="http://schemas.microsoft.com/office/drawing/2014/main" id="{F7AB97CE-96D3-4F78-9839-72F35ECF0503}"/>
              </a:ext>
            </a:extLst>
          </p:cNvPr>
          <p:cNvCxnSpPr>
            <a:cxnSpLocks/>
          </p:cNvCxnSpPr>
          <p:nvPr/>
        </p:nvCxnSpPr>
        <p:spPr>
          <a:xfrm flipV="1">
            <a:off x="7800975" y="4200525"/>
            <a:ext cx="0" cy="676275"/>
          </a:xfrm>
          <a:prstGeom prst="line">
            <a:avLst/>
          </a:prstGeom>
          <a:ln w="19050">
            <a:solidFill>
              <a:srgbClr val="C3280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연결선 58">
            <a:extLst>
              <a:ext uri="{FF2B5EF4-FFF2-40B4-BE49-F238E27FC236}">
                <a16:creationId xmlns:a16="http://schemas.microsoft.com/office/drawing/2014/main" id="{71A91CD1-6044-43DA-B228-6584CE6798AB}"/>
              </a:ext>
            </a:extLst>
          </p:cNvPr>
          <p:cNvCxnSpPr>
            <a:cxnSpLocks/>
          </p:cNvCxnSpPr>
          <p:nvPr/>
        </p:nvCxnSpPr>
        <p:spPr>
          <a:xfrm flipV="1">
            <a:off x="9505950" y="3009900"/>
            <a:ext cx="0" cy="676275"/>
          </a:xfrm>
          <a:prstGeom prst="line">
            <a:avLst/>
          </a:prstGeom>
          <a:ln w="19050">
            <a:solidFill>
              <a:srgbClr val="7E040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3" name="그룹 72">
            <a:extLst>
              <a:ext uri="{FF2B5EF4-FFF2-40B4-BE49-F238E27FC236}">
                <a16:creationId xmlns:a16="http://schemas.microsoft.com/office/drawing/2014/main" id="{5D30121D-8DBE-49AC-AD3D-0BBA56894F2C}"/>
              </a:ext>
            </a:extLst>
          </p:cNvPr>
          <p:cNvGrpSpPr/>
          <p:nvPr/>
        </p:nvGrpSpPr>
        <p:grpSpPr>
          <a:xfrm>
            <a:off x="1833563" y="4543424"/>
            <a:ext cx="1704974" cy="1551130"/>
            <a:chOff x="1833563" y="4543424"/>
            <a:chExt cx="1704974" cy="1551130"/>
          </a:xfrm>
        </p:grpSpPr>
        <p:sp>
          <p:nvSpPr>
            <p:cNvPr id="64" name="TextBox 63">
              <a:extLst>
                <a:ext uri="{FF2B5EF4-FFF2-40B4-BE49-F238E27FC236}">
                  <a16:creationId xmlns:a16="http://schemas.microsoft.com/office/drawing/2014/main" id="{554C8916-5AE0-4A71-A851-CBA929EF3A8E}"/>
                </a:ext>
              </a:extLst>
            </p:cNvPr>
            <p:cNvSpPr txBox="1"/>
            <p:nvPr/>
          </p:nvSpPr>
          <p:spPr>
            <a:xfrm>
              <a:off x="2228850" y="4543424"/>
              <a:ext cx="914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>
                  <a:solidFill>
                    <a:srgbClr val="5B938F"/>
                  </a:solidFill>
                  <a:latin typeface="스웨거 TTF" panose="020B0600000101010101" pitchFamily="50" charset="-127"/>
                  <a:ea typeface="스웨거 TTF" panose="020B0600000101010101" pitchFamily="50" charset="-127"/>
                </a:rPr>
                <a:t>시작</a:t>
              </a:r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8789D11B-F417-4532-A4A3-8D415F9E3427}"/>
                </a:ext>
              </a:extLst>
            </p:cNvPr>
            <p:cNvSpPr txBox="1"/>
            <p:nvPr/>
          </p:nvSpPr>
          <p:spPr>
            <a:xfrm>
              <a:off x="1833563" y="4912756"/>
              <a:ext cx="1704974" cy="11817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ko-KR" altLang="en-US" sz="1400" b="1" dirty="0"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차량</a:t>
              </a:r>
              <a:r>
                <a:rPr lang="en-US" altLang="ko-KR" sz="1400" b="1" dirty="0"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, </a:t>
              </a:r>
              <a:r>
                <a:rPr lang="ko-KR" altLang="en-US" sz="1400" b="1" dirty="0"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로봇 팔</a:t>
              </a:r>
              <a:r>
                <a:rPr lang="en-US" altLang="ko-KR" sz="1400" b="1" dirty="0"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, world </a:t>
              </a:r>
              <a:r>
                <a:rPr lang="ko-KR" altLang="en-US" sz="1400" b="1" dirty="0"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생성</a:t>
              </a:r>
              <a:r>
                <a:rPr lang="en-US" altLang="ko-KR" sz="1400" b="1" dirty="0"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 </a:t>
              </a:r>
              <a:r>
                <a:rPr lang="ko-KR" altLang="en-US" sz="1400" b="1" dirty="0"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후</a:t>
              </a:r>
              <a:endParaRPr lang="en-US" altLang="ko-KR" sz="1400" b="1" dirty="0"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  <a:p>
              <a:pPr algn="ctr">
                <a:lnSpc>
                  <a:spcPct val="130000"/>
                </a:lnSpc>
              </a:pPr>
              <a:r>
                <a:rPr lang="ko-KR" altLang="en-US" sz="1400" b="1" dirty="0"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차량 주유 지점</a:t>
              </a:r>
              <a:endParaRPr lang="en-US" altLang="ko-KR" sz="1400" b="1" dirty="0"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  <a:p>
              <a:pPr algn="ctr">
                <a:lnSpc>
                  <a:spcPct val="130000"/>
                </a:lnSpc>
              </a:pPr>
              <a:r>
                <a:rPr lang="ko-KR" altLang="en-US" sz="1400" b="1" dirty="0" err="1"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으로</a:t>
              </a:r>
              <a:r>
                <a:rPr lang="en-US" altLang="ko-KR" sz="1400" b="1" dirty="0"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 </a:t>
              </a:r>
              <a:r>
                <a:rPr lang="ko-KR" altLang="en-US" sz="1400" b="1" dirty="0">
                  <a:latin typeface="에스코어 드림 3 Light" panose="020B0303030302020204" pitchFamily="34" charset="-127"/>
                  <a:ea typeface="에스코어 드림 3 Light" panose="020B0303030302020204" pitchFamily="34" charset="-127"/>
                </a:rPr>
                <a:t>이동</a:t>
              </a:r>
            </a:p>
          </p:txBody>
        </p:sp>
      </p:grpSp>
      <p:sp>
        <p:nvSpPr>
          <p:cNvPr id="66" name="눈물 방울 65">
            <a:extLst>
              <a:ext uri="{FF2B5EF4-FFF2-40B4-BE49-F238E27FC236}">
                <a16:creationId xmlns:a16="http://schemas.microsoft.com/office/drawing/2014/main" id="{249DC105-7A17-4134-B199-9D26AD4277C4}"/>
              </a:ext>
            </a:extLst>
          </p:cNvPr>
          <p:cNvSpPr/>
          <p:nvPr/>
        </p:nvSpPr>
        <p:spPr>
          <a:xfrm rot="8100000">
            <a:off x="2397964" y="2129478"/>
            <a:ext cx="595222" cy="595222"/>
          </a:xfrm>
          <a:prstGeom prst="teardrop">
            <a:avLst/>
          </a:prstGeom>
          <a:solidFill>
            <a:srgbClr val="5B938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7" name="눈물 방울 66">
            <a:extLst>
              <a:ext uri="{FF2B5EF4-FFF2-40B4-BE49-F238E27FC236}">
                <a16:creationId xmlns:a16="http://schemas.microsoft.com/office/drawing/2014/main" id="{94C6D1B4-38A9-4641-AC29-1B135C51E932}"/>
              </a:ext>
            </a:extLst>
          </p:cNvPr>
          <p:cNvSpPr/>
          <p:nvPr/>
        </p:nvSpPr>
        <p:spPr>
          <a:xfrm rot="8100000">
            <a:off x="5798388" y="2129478"/>
            <a:ext cx="595222" cy="595222"/>
          </a:xfrm>
          <a:prstGeom prst="teardrop">
            <a:avLst/>
          </a:prstGeom>
          <a:solidFill>
            <a:srgbClr val="D87D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8" name="눈물 방울 67">
            <a:extLst>
              <a:ext uri="{FF2B5EF4-FFF2-40B4-BE49-F238E27FC236}">
                <a16:creationId xmlns:a16="http://schemas.microsoft.com/office/drawing/2014/main" id="{C862307D-7CE0-4327-A04E-884816C2716B}"/>
              </a:ext>
            </a:extLst>
          </p:cNvPr>
          <p:cNvSpPr/>
          <p:nvPr/>
        </p:nvSpPr>
        <p:spPr>
          <a:xfrm rot="8100000">
            <a:off x="9208338" y="2129478"/>
            <a:ext cx="595222" cy="595222"/>
          </a:xfrm>
          <a:prstGeom prst="teardrop">
            <a:avLst/>
          </a:prstGeom>
          <a:solidFill>
            <a:srgbClr val="7E040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9" name="눈물 방울 68">
            <a:extLst>
              <a:ext uri="{FF2B5EF4-FFF2-40B4-BE49-F238E27FC236}">
                <a16:creationId xmlns:a16="http://schemas.microsoft.com/office/drawing/2014/main" id="{1D2E160E-DDFF-410D-B5D4-FEA7881FC1DB}"/>
              </a:ext>
            </a:extLst>
          </p:cNvPr>
          <p:cNvSpPr/>
          <p:nvPr/>
        </p:nvSpPr>
        <p:spPr>
          <a:xfrm rot="18900000">
            <a:off x="4093413" y="5162000"/>
            <a:ext cx="595222" cy="595222"/>
          </a:xfrm>
          <a:prstGeom prst="teardrop">
            <a:avLst/>
          </a:prstGeom>
          <a:solidFill>
            <a:srgbClr val="DCA7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0" name="눈물 방울 69">
            <a:extLst>
              <a:ext uri="{FF2B5EF4-FFF2-40B4-BE49-F238E27FC236}">
                <a16:creationId xmlns:a16="http://schemas.microsoft.com/office/drawing/2014/main" id="{DAD28468-CF70-44BF-ADA0-ECE653CE653D}"/>
              </a:ext>
            </a:extLst>
          </p:cNvPr>
          <p:cNvSpPr/>
          <p:nvPr/>
        </p:nvSpPr>
        <p:spPr>
          <a:xfrm rot="18900000">
            <a:off x="7503363" y="5162000"/>
            <a:ext cx="595222" cy="595222"/>
          </a:xfrm>
          <a:prstGeom prst="teardrop">
            <a:avLst/>
          </a:prstGeom>
          <a:solidFill>
            <a:srgbClr val="C3280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74" name="그룹 73">
            <a:extLst>
              <a:ext uri="{FF2B5EF4-FFF2-40B4-BE49-F238E27FC236}">
                <a16:creationId xmlns:a16="http://schemas.microsoft.com/office/drawing/2014/main" id="{068BCF24-8C68-44D8-947B-23F022FD0C7A}"/>
              </a:ext>
            </a:extLst>
          </p:cNvPr>
          <p:cNvGrpSpPr/>
          <p:nvPr/>
        </p:nvGrpSpPr>
        <p:grpSpPr>
          <a:xfrm>
            <a:off x="5243513" y="4543424"/>
            <a:ext cx="1704974" cy="1107996"/>
            <a:chOff x="1833564" y="4543424"/>
            <a:chExt cx="1704974" cy="1107996"/>
          </a:xfrm>
        </p:grpSpPr>
        <p:sp>
          <p:nvSpPr>
            <p:cNvPr id="75" name="TextBox 74">
              <a:extLst>
                <a:ext uri="{FF2B5EF4-FFF2-40B4-BE49-F238E27FC236}">
                  <a16:creationId xmlns:a16="http://schemas.microsoft.com/office/drawing/2014/main" id="{4CB1E24F-3B30-4023-8705-04A84EECA030}"/>
                </a:ext>
              </a:extLst>
            </p:cNvPr>
            <p:cNvSpPr txBox="1"/>
            <p:nvPr/>
          </p:nvSpPr>
          <p:spPr>
            <a:xfrm>
              <a:off x="2228850" y="4543424"/>
              <a:ext cx="914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>
                  <a:solidFill>
                    <a:srgbClr val="D87D04"/>
                  </a:solidFill>
                  <a:latin typeface="스웨거 TTF" panose="020B0600000101010101" pitchFamily="50" charset="-127"/>
                  <a:ea typeface="스웨거 TTF" panose="020B0600000101010101" pitchFamily="50" charset="-127"/>
                </a:rPr>
                <a:t>인식</a:t>
              </a:r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D03B561F-C415-499F-8EB6-97D9D4AB4619}"/>
                </a:ext>
              </a:extLst>
            </p:cNvPr>
            <p:cNvSpPr txBox="1"/>
            <p:nvPr/>
          </p:nvSpPr>
          <p:spPr>
            <a:xfrm>
              <a:off x="1833564" y="4912756"/>
              <a:ext cx="170497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 err="1"/>
                <a:t>주유건</a:t>
              </a:r>
              <a:r>
                <a:rPr lang="en-US" altLang="ko-KR" sz="1400" b="1" dirty="0"/>
                <a:t>,</a:t>
              </a:r>
              <a:r>
                <a:rPr lang="ko-KR" altLang="en-US" sz="1400" b="1" dirty="0" err="1"/>
                <a:t>주유구</a:t>
              </a:r>
              <a:r>
                <a:rPr lang="ko-KR" altLang="en-US" sz="1400" b="1" dirty="0"/>
                <a:t> 캡 </a:t>
              </a:r>
              <a:endParaRPr lang="en-US" altLang="ko-KR" sz="1400" b="1" dirty="0"/>
            </a:p>
            <a:p>
              <a:pPr algn="ctr"/>
              <a:r>
                <a:rPr lang="ko-KR" altLang="en-US" sz="1400" b="1" dirty="0"/>
                <a:t>위치 좌표 </a:t>
              </a:r>
              <a:r>
                <a:rPr lang="en-US" altLang="ko-KR" sz="1400" b="1" dirty="0"/>
                <a:t>(</a:t>
              </a:r>
              <a:r>
                <a:rPr lang="en-US" altLang="ko-KR" sz="1400" b="1" dirty="0" err="1"/>
                <a:t>x,y,z</a:t>
              </a:r>
              <a:r>
                <a:rPr lang="en-US" altLang="ko-KR" sz="1400" b="1" dirty="0"/>
                <a:t>) </a:t>
              </a:r>
              <a:r>
                <a:rPr lang="ko-KR" altLang="en-US" sz="1400" b="1" dirty="0"/>
                <a:t>감지 </a:t>
              </a:r>
              <a:endParaRPr lang="en-US" altLang="ko-KR" sz="1400" b="1" dirty="0"/>
            </a:p>
          </p:txBody>
        </p:sp>
      </p:grpSp>
      <p:grpSp>
        <p:nvGrpSpPr>
          <p:cNvPr id="77" name="그룹 76">
            <a:extLst>
              <a:ext uri="{FF2B5EF4-FFF2-40B4-BE49-F238E27FC236}">
                <a16:creationId xmlns:a16="http://schemas.microsoft.com/office/drawing/2014/main" id="{3B2A0CAD-8EB8-4E8C-946F-6347DBDFE38D}"/>
              </a:ext>
            </a:extLst>
          </p:cNvPr>
          <p:cNvGrpSpPr/>
          <p:nvPr/>
        </p:nvGrpSpPr>
        <p:grpSpPr>
          <a:xfrm>
            <a:off x="8653462" y="4543424"/>
            <a:ext cx="1704974" cy="1107996"/>
            <a:chOff x="1833563" y="4543424"/>
            <a:chExt cx="1704974" cy="1107996"/>
          </a:xfrm>
        </p:grpSpPr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72B6B12C-F7E3-45DF-A063-97AF2B9AC82B}"/>
                </a:ext>
              </a:extLst>
            </p:cNvPr>
            <p:cNvSpPr txBox="1"/>
            <p:nvPr/>
          </p:nvSpPr>
          <p:spPr>
            <a:xfrm>
              <a:off x="2228850" y="4543424"/>
              <a:ext cx="91440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>
                  <a:solidFill>
                    <a:srgbClr val="7E0401"/>
                  </a:solidFill>
                  <a:latin typeface="스웨거 TTF" panose="020B0600000101010101" pitchFamily="50" charset="-127"/>
                  <a:ea typeface="스웨거 TTF" panose="020B0600000101010101" pitchFamily="50" charset="-127"/>
                </a:rPr>
                <a:t>완료</a:t>
              </a:r>
            </a:p>
          </p:txBody>
        </p:sp>
        <p:sp>
          <p:nvSpPr>
            <p:cNvPr id="79" name="TextBox 78">
              <a:extLst>
                <a:ext uri="{FF2B5EF4-FFF2-40B4-BE49-F238E27FC236}">
                  <a16:creationId xmlns:a16="http://schemas.microsoft.com/office/drawing/2014/main" id="{035102E5-E3CA-4019-97AC-B1C0FCC61D60}"/>
                </a:ext>
              </a:extLst>
            </p:cNvPr>
            <p:cNvSpPr txBox="1"/>
            <p:nvPr/>
          </p:nvSpPr>
          <p:spPr>
            <a:xfrm>
              <a:off x="1833563" y="4912756"/>
              <a:ext cx="1704974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400" b="1" dirty="0"/>
                <a:t>주유 완료</a:t>
              </a:r>
              <a:endParaRPr lang="en-US" altLang="ko-KR" sz="1400" b="1" dirty="0"/>
            </a:p>
            <a:p>
              <a:pPr algn="ctr"/>
              <a:r>
                <a:rPr lang="en-US" altLang="ko-KR" sz="1400" b="1" dirty="0"/>
                <a:t> </a:t>
              </a:r>
              <a:r>
                <a:rPr lang="ko-KR" altLang="en-US" sz="1400" b="1" dirty="0" err="1"/>
                <a:t>주유건</a:t>
              </a:r>
              <a:r>
                <a:rPr lang="ko-KR" altLang="en-US" sz="1400" b="1" dirty="0"/>
                <a:t> 회수</a:t>
              </a:r>
              <a:endParaRPr lang="en-US" altLang="ko-KR" sz="1400" b="1" dirty="0"/>
            </a:p>
            <a:p>
              <a:pPr algn="ctr"/>
              <a:r>
                <a:rPr lang="en-US" altLang="ko-KR" sz="1400" b="1" dirty="0"/>
                <a:t> </a:t>
              </a:r>
              <a:r>
                <a:rPr lang="ko-KR" altLang="en-US" sz="1400" b="1" dirty="0"/>
                <a:t>자동 결제 및 </a:t>
              </a:r>
              <a:r>
                <a:rPr lang="ko-KR" altLang="en-US" sz="1400" b="1" dirty="0" err="1"/>
                <a:t>출차</a:t>
              </a:r>
              <a:endParaRPr lang="en-US" altLang="ko-KR" sz="1400" b="1" dirty="0"/>
            </a:p>
          </p:txBody>
        </p:sp>
      </p:grpSp>
      <p:grpSp>
        <p:nvGrpSpPr>
          <p:cNvPr id="80" name="그룹 79">
            <a:extLst>
              <a:ext uri="{FF2B5EF4-FFF2-40B4-BE49-F238E27FC236}">
                <a16:creationId xmlns:a16="http://schemas.microsoft.com/office/drawing/2014/main" id="{87F451D6-B41D-4031-A413-819F5C24EA3E}"/>
              </a:ext>
            </a:extLst>
          </p:cNvPr>
          <p:cNvGrpSpPr/>
          <p:nvPr/>
        </p:nvGrpSpPr>
        <p:grpSpPr>
          <a:xfrm>
            <a:off x="3538537" y="2006203"/>
            <a:ext cx="1704974" cy="1831207"/>
            <a:chOff x="1833563" y="4543424"/>
            <a:chExt cx="1704974" cy="1831207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12B5FE66-3471-4BB5-BB78-86BBC5E4EDB5}"/>
                </a:ext>
              </a:extLst>
            </p:cNvPr>
            <p:cNvSpPr txBox="1"/>
            <p:nvPr/>
          </p:nvSpPr>
          <p:spPr>
            <a:xfrm>
              <a:off x="2147295" y="4543424"/>
              <a:ext cx="1140022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2000" dirty="0">
                  <a:solidFill>
                    <a:srgbClr val="DCA705"/>
                  </a:solidFill>
                  <a:latin typeface="스웨거 TTF" panose="020B0600000101010101" pitchFamily="50" charset="-127"/>
                  <a:ea typeface="스웨거 TTF" panose="020B0600000101010101" pitchFamily="50" charset="-127"/>
                </a:rPr>
                <a:t>QR</a:t>
              </a:r>
              <a:r>
                <a:rPr lang="ko-KR" altLang="en-US" sz="2000" dirty="0">
                  <a:solidFill>
                    <a:srgbClr val="DCA705"/>
                  </a:solidFill>
                  <a:latin typeface="스웨거 TTF" panose="020B0600000101010101" pitchFamily="50" charset="-127"/>
                  <a:ea typeface="스웨거 TTF" panose="020B0600000101010101" pitchFamily="50" charset="-127"/>
                </a:rPr>
                <a:t>인증</a:t>
              </a:r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D327F3A0-23D8-4229-954F-5EF4A69BCC40}"/>
                </a:ext>
              </a:extLst>
            </p:cNvPr>
            <p:cNvSpPr txBox="1"/>
            <p:nvPr/>
          </p:nvSpPr>
          <p:spPr>
            <a:xfrm>
              <a:off x="1833563" y="4912756"/>
              <a:ext cx="1704974" cy="14618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ct val="130000"/>
                </a:lnSpc>
              </a:pPr>
              <a:r>
                <a:rPr lang="ko-KR" altLang="en-US" sz="1400" b="1" dirty="0"/>
                <a:t> 카메라로 </a:t>
              </a:r>
              <a:endParaRPr lang="en-US" altLang="ko-KR" sz="1400" b="1" dirty="0"/>
            </a:p>
            <a:p>
              <a:pPr algn="ctr">
                <a:lnSpc>
                  <a:spcPct val="130000"/>
                </a:lnSpc>
              </a:pPr>
              <a:r>
                <a:rPr lang="en-US" altLang="ko-KR" sz="1400" b="1" dirty="0"/>
                <a:t>QR </a:t>
              </a:r>
              <a:r>
                <a:rPr lang="ko-KR" altLang="en-US" sz="1400" b="1" dirty="0"/>
                <a:t>코드 스캔</a:t>
              </a:r>
              <a:endParaRPr lang="en-US" altLang="ko-KR" sz="1400" b="1" dirty="0"/>
            </a:p>
            <a:p>
              <a:pPr algn="ctr">
                <a:lnSpc>
                  <a:spcPct val="130000"/>
                </a:lnSpc>
              </a:pPr>
              <a:r>
                <a:rPr lang="en-US" altLang="ko-KR" sz="1400" b="1" dirty="0"/>
                <a:t> </a:t>
              </a:r>
              <a:r>
                <a:rPr lang="ko-KR" altLang="en-US" sz="1400" b="1" dirty="0"/>
                <a:t>유종 및 </a:t>
              </a:r>
              <a:r>
                <a:rPr lang="ko-KR" altLang="en-US" sz="1400" b="1" dirty="0" err="1"/>
                <a:t>주유구</a:t>
              </a:r>
              <a:endParaRPr lang="en-US" altLang="ko-KR" sz="1400" b="1" dirty="0"/>
            </a:p>
            <a:p>
              <a:pPr algn="ctr">
                <a:lnSpc>
                  <a:spcPct val="130000"/>
                </a:lnSpc>
              </a:pPr>
              <a:r>
                <a:rPr lang="ko-KR" altLang="en-US" sz="1400" b="1" dirty="0"/>
                <a:t> 위치파악</a:t>
              </a:r>
              <a:endParaRPr lang="en-US" altLang="ko-KR" sz="1400" b="1" dirty="0"/>
            </a:p>
            <a:p>
              <a:pPr algn="ctr">
                <a:lnSpc>
                  <a:spcPct val="130000"/>
                </a:lnSpc>
              </a:pPr>
              <a:endParaRPr lang="en-US" altLang="ko-KR" sz="1400" dirty="0">
                <a:latin typeface="에스코어 드림 3 Light" panose="020B0303030302020204" pitchFamily="34" charset="-127"/>
                <a:ea typeface="에스코어 드림 3 Light" panose="020B0303030302020204" pitchFamily="34" charset="-127"/>
              </a:endParaRPr>
            </a:p>
          </p:txBody>
        </p:sp>
      </p:grpSp>
      <p:grpSp>
        <p:nvGrpSpPr>
          <p:cNvPr id="83" name="그룹 82">
            <a:extLst>
              <a:ext uri="{FF2B5EF4-FFF2-40B4-BE49-F238E27FC236}">
                <a16:creationId xmlns:a16="http://schemas.microsoft.com/office/drawing/2014/main" id="{1DA4EC4B-DB18-4A7B-A306-D9EC9795464E}"/>
              </a:ext>
            </a:extLst>
          </p:cNvPr>
          <p:cNvGrpSpPr/>
          <p:nvPr/>
        </p:nvGrpSpPr>
        <p:grpSpPr>
          <a:xfrm>
            <a:off x="6948485" y="2160445"/>
            <a:ext cx="1829753" cy="1355912"/>
            <a:chOff x="1833562" y="4638024"/>
            <a:chExt cx="1829753" cy="927097"/>
          </a:xfrm>
        </p:grpSpPr>
        <p:sp>
          <p:nvSpPr>
            <p:cNvPr id="84" name="TextBox 83">
              <a:extLst>
                <a:ext uri="{FF2B5EF4-FFF2-40B4-BE49-F238E27FC236}">
                  <a16:creationId xmlns:a16="http://schemas.microsoft.com/office/drawing/2014/main" id="{2647096D-D3FA-45D9-9261-9904A26CF975}"/>
                </a:ext>
              </a:extLst>
            </p:cNvPr>
            <p:cNvSpPr txBox="1"/>
            <p:nvPr/>
          </p:nvSpPr>
          <p:spPr>
            <a:xfrm>
              <a:off x="2021562" y="4638024"/>
              <a:ext cx="1453752" cy="2735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2000" dirty="0">
                  <a:solidFill>
                    <a:srgbClr val="C32804"/>
                  </a:solidFill>
                  <a:latin typeface="스웨거 TTF" panose="020B0600000101010101" pitchFamily="50" charset="-127"/>
                  <a:ea typeface="스웨거 TTF" panose="020B0600000101010101" pitchFamily="50" charset="-127"/>
                </a:rPr>
                <a:t>주유 실행</a:t>
              </a:r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599D9C8F-909D-4A3E-8EB8-028A3FFB67CF}"/>
                </a:ext>
              </a:extLst>
            </p:cNvPr>
            <p:cNvSpPr txBox="1"/>
            <p:nvPr/>
          </p:nvSpPr>
          <p:spPr>
            <a:xfrm>
              <a:off x="1833562" y="4912756"/>
              <a:ext cx="1829753" cy="6523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/>
                <a:t>UR10 </a:t>
              </a:r>
              <a:r>
                <a:rPr lang="ko-KR" altLang="en-US" sz="1400" b="1" dirty="0"/>
                <a:t>로봇 팔로</a:t>
              </a:r>
              <a:endParaRPr lang="en-US" altLang="ko-KR" sz="1400" b="1" dirty="0"/>
            </a:p>
            <a:p>
              <a:pPr algn="ctr"/>
              <a:r>
                <a:rPr lang="en-US" altLang="ko-KR" sz="1400" b="1" dirty="0"/>
                <a:t> </a:t>
              </a:r>
              <a:r>
                <a:rPr lang="ko-KR" altLang="en-US" sz="1400" b="1" dirty="0" err="1"/>
                <a:t>주유건</a:t>
              </a:r>
              <a:r>
                <a:rPr lang="ko-KR" altLang="en-US" sz="1400" b="1" dirty="0"/>
                <a:t> 집기</a:t>
              </a:r>
              <a:r>
                <a:rPr lang="en-US" altLang="ko-KR" sz="1400" b="1" dirty="0"/>
                <a:t> </a:t>
              </a:r>
            </a:p>
            <a:p>
              <a:pPr algn="ctr"/>
              <a:r>
                <a:rPr lang="ko-KR" altLang="en-US" sz="1400" b="1" dirty="0"/>
                <a:t>주유구까지</a:t>
              </a:r>
              <a:endParaRPr lang="en-US" altLang="ko-KR" sz="1400" b="1" dirty="0"/>
            </a:p>
            <a:p>
              <a:pPr algn="ctr"/>
              <a:r>
                <a:rPr lang="ko-KR" altLang="en-US" sz="1400" b="1" dirty="0"/>
                <a:t> 경로 계획</a:t>
              </a:r>
              <a:endParaRPr lang="en-US" altLang="ko-KR" sz="14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31340930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D0BB7-5E0C-B84C-514B-178F47D7E1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사각형: 둥근 한쪽 모서리 38">
            <a:extLst>
              <a:ext uri="{FF2B5EF4-FFF2-40B4-BE49-F238E27FC236}">
                <a16:creationId xmlns:a16="http://schemas.microsoft.com/office/drawing/2014/main" id="{45C1C10C-54BB-DDAA-2835-2E73A0F713B4}"/>
              </a:ext>
            </a:extLst>
          </p:cNvPr>
          <p:cNvSpPr/>
          <p:nvPr/>
        </p:nvSpPr>
        <p:spPr>
          <a:xfrm flipH="1" flipV="1">
            <a:off x="172800" y="69840"/>
            <a:ext cx="12017160" cy="122040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460" name="그룹 2">
            <a:extLst>
              <a:ext uri="{FF2B5EF4-FFF2-40B4-BE49-F238E27FC236}">
                <a16:creationId xmlns:a16="http://schemas.microsoft.com/office/drawing/2014/main" id="{5CFC9F51-D172-0A1E-FF28-A59C2CA29719}"/>
              </a:ext>
            </a:extLst>
          </p:cNvPr>
          <p:cNvGrpSpPr/>
          <p:nvPr/>
        </p:nvGrpSpPr>
        <p:grpSpPr>
          <a:xfrm>
            <a:off x="376200" y="333360"/>
            <a:ext cx="5947560" cy="822960"/>
            <a:chOff x="376200" y="333360"/>
            <a:chExt cx="5947560" cy="822960"/>
          </a:xfrm>
        </p:grpSpPr>
        <p:sp>
          <p:nvSpPr>
            <p:cNvPr id="461" name="TextBox 26">
              <a:extLst>
                <a:ext uri="{FF2B5EF4-FFF2-40B4-BE49-F238E27FC236}">
                  <a16:creationId xmlns:a16="http://schemas.microsoft.com/office/drawing/2014/main" id="{B3FF49C9-FF31-9F59-2F45-70ED4F8B21EA}"/>
                </a:ext>
              </a:extLst>
            </p:cNvPr>
            <p:cNvSpPr/>
            <p:nvPr/>
          </p:nvSpPr>
          <p:spPr>
            <a:xfrm>
              <a:off x="1461600" y="366120"/>
              <a:ext cx="225144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1200" b="1" strike="noStrike" spc="-1">
                  <a:solidFill>
                    <a:srgbClr val="3378C8">
                      <a:alpha val="50000"/>
                    </a:srgbClr>
                  </a:solidFill>
                  <a:latin typeface="맑은 고딕"/>
                  <a:ea typeface="맑은 고딕"/>
                </a:rPr>
                <a:t>K-Digital Training</a:t>
              </a:r>
              <a:endParaRPr lang="en-US" sz="1200" b="0" strike="noStrike" spc="-1">
                <a:latin typeface="Noto Sans CJK KR"/>
              </a:endParaRPr>
            </a:p>
          </p:txBody>
        </p:sp>
        <p:sp>
          <p:nvSpPr>
            <p:cNvPr id="462" name="TextBox 10">
              <a:extLst>
                <a:ext uri="{FF2B5EF4-FFF2-40B4-BE49-F238E27FC236}">
                  <a16:creationId xmlns:a16="http://schemas.microsoft.com/office/drawing/2014/main" id="{E10D9BA5-50A5-5F50-3ED8-9DEB23593E2B}"/>
                </a:ext>
              </a:extLst>
            </p:cNvPr>
            <p:cNvSpPr/>
            <p:nvPr/>
          </p:nvSpPr>
          <p:spPr>
            <a:xfrm>
              <a:off x="1461600" y="585000"/>
              <a:ext cx="4862160" cy="516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ko-KR" sz="2800" b="1" strike="noStrike" spc="-1">
                  <a:solidFill>
                    <a:srgbClr val="404040"/>
                  </a:solidFill>
                  <a:latin typeface="맑은 고딕"/>
                  <a:ea typeface="맑은 고딕"/>
                </a:rPr>
                <a:t>프로젝트 수행 경과</a:t>
              </a:r>
              <a:endParaRPr lang="en-US" sz="2800" b="0" strike="noStrike" spc="-1">
                <a:latin typeface="Noto Sans CJK KR"/>
              </a:endParaRPr>
            </a:p>
          </p:txBody>
        </p:sp>
        <p:sp>
          <p:nvSpPr>
            <p:cNvPr id="463" name="TextBox 12">
              <a:extLst>
                <a:ext uri="{FF2B5EF4-FFF2-40B4-BE49-F238E27FC236}">
                  <a16:creationId xmlns:a16="http://schemas.microsoft.com/office/drawing/2014/main" id="{797A3A0F-4BAB-3900-E820-2BBB171EF1EE}"/>
                </a:ext>
              </a:extLst>
            </p:cNvPr>
            <p:cNvSpPr/>
            <p:nvPr/>
          </p:nvSpPr>
          <p:spPr>
            <a:xfrm>
              <a:off x="376200" y="333360"/>
              <a:ext cx="1266120" cy="82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0" rIns="90000" bIns="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5400" b="0" strike="noStrike" spc="-1">
                  <a:solidFill>
                    <a:srgbClr val="3378C8"/>
                  </a:solidFill>
                  <a:latin typeface="세방고딕 Bold"/>
                  <a:ea typeface="세방고딕 Bold"/>
                </a:rPr>
                <a:t>04</a:t>
              </a:r>
              <a:endParaRPr lang="en-US" sz="5400" b="0" strike="noStrike" spc="-1">
                <a:latin typeface="Noto Sans CJK KR"/>
              </a:endParaRPr>
            </a:p>
          </p:txBody>
        </p:sp>
      </p:grpSp>
      <p:sp>
        <p:nvSpPr>
          <p:cNvPr id="464" name="TextBox 1">
            <a:extLst>
              <a:ext uri="{FF2B5EF4-FFF2-40B4-BE49-F238E27FC236}">
                <a16:creationId xmlns:a16="http://schemas.microsoft.com/office/drawing/2014/main" id="{FEB9578D-BE2E-5B3A-D05F-C9B46AC951C8}"/>
              </a:ext>
            </a:extLst>
          </p:cNvPr>
          <p:cNvSpPr/>
          <p:nvPr/>
        </p:nvSpPr>
        <p:spPr>
          <a:xfrm>
            <a:off x="0" y="0"/>
            <a:ext cx="12191400" cy="113760"/>
          </a:xfrm>
          <a:prstGeom prst="rect">
            <a:avLst/>
          </a:prstGeom>
          <a:solidFill>
            <a:srgbClr val="FFD8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65" name="TextBox 3">
            <a:extLst>
              <a:ext uri="{FF2B5EF4-FFF2-40B4-BE49-F238E27FC236}">
                <a16:creationId xmlns:a16="http://schemas.microsoft.com/office/drawing/2014/main" id="{5FA2FB8A-8B07-3C49-1C63-A53E2FD09DD5}"/>
              </a:ext>
            </a:extLst>
          </p:cNvPr>
          <p:cNvSpPr/>
          <p:nvPr/>
        </p:nvSpPr>
        <p:spPr>
          <a:xfrm>
            <a:off x="0" y="0"/>
            <a:ext cx="1335960" cy="113760"/>
          </a:xfrm>
          <a:prstGeom prst="rect">
            <a:avLst/>
          </a:prstGeom>
          <a:solidFill>
            <a:srgbClr val="3378C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466" name="그룹 13">
            <a:extLst>
              <a:ext uri="{FF2B5EF4-FFF2-40B4-BE49-F238E27FC236}">
                <a16:creationId xmlns:a16="http://schemas.microsoft.com/office/drawing/2014/main" id="{0B9D20F0-7C6F-BFEF-53EB-55383F687175}"/>
              </a:ext>
            </a:extLst>
          </p:cNvPr>
          <p:cNvGrpSpPr/>
          <p:nvPr/>
        </p:nvGrpSpPr>
        <p:grpSpPr>
          <a:xfrm>
            <a:off x="541800" y="1430280"/>
            <a:ext cx="10525680" cy="367878"/>
            <a:chOff x="541800" y="1430280"/>
            <a:chExt cx="10525680" cy="367878"/>
          </a:xfrm>
        </p:grpSpPr>
        <p:sp>
          <p:nvSpPr>
            <p:cNvPr id="467" name="TextBox 23">
              <a:extLst>
                <a:ext uri="{FF2B5EF4-FFF2-40B4-BE49-F238E27FC236}">
                  <a16:creationId xmlns:a16="http://schemas.microsoft.com/office/drawing/2014/main" id="{A6875D82-DF29-AEEC-B99B-C4B944508705}"/>
                </a:ext>
              </a:extLst>
            </p:cNvPr>
            <p:cNvSpPr/>
            <p:nvPr/>
          </p:nvSpPr>
          <p:spPr>
            <a:xfrm>
              <a:off x="743760" y="1430280"/>
              <a:ext cx="10323720" cy="367878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endParaRPr lang="en-US" sz="1800" b="0" strike="noStrike" spc="-1" dirty="0">
                <a:latin typeface="Noto Sans CJK KR"/>
              </a:endParaRPr>
            </a:p>
          </p:txBody>
        </p:sp>
        <p:sp>
          <p:nvSpPr>
            <p:cNvPr id="468" name="그래픽 43">
              <a:extLst>
                <a:ext uri="{FF2B5EF4-FFF2-40B4-BE49-F238E27FC236}">
                  <a16:creationId xmlns:a16="http://schemas.microsoft.com/office/drawing/2014/main" id="{1DD1976E-2BEC-18DE-1455-9A46D33983A0}"/>
                </a:ext>
              </a:extLst>
            </p:cNvPr>
            <p:cNvSpPr/>
            <p:nvPr/>
          </p:nvSpPr>
          <p:spPr>
            <a:xfrm>
              <a:off x="541800" y="1539000"/>
              <a:ext cx="100440" cy="113040"/>
            </a:xfrm>
            <a:custGeom>
              <a:avLst/>
              <a:gdLst/>
              <a:ahLst/>
              <a:cxnLst/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>
              <a:noFill/>
            </a:ln>
            <a:effectLst>
              <a:outerShdw blurRad="50760" dist="38160" dir="5400000" algn="t" rotWithShape="0">
                <a:srgbClr val="3378C8">
                  <a:alpha val="4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469" name="TextBox 15">
            <a:extLst>
              <a:ext uri="{FF2B5EF4-FFF2-40B4-BE49-F238E27FC236}">
                <a16:creationId xmlns:a16="http://schemas.microsoft.com/office/drawing/2014/main" id="{2BB653C7-B4E8-CF76-FF7D-D75DE01004DC}"/>
              </a:ext>
            </a:extLst>
          </p:cNvPr>
          <p:cNvSpPr/>
          <p:nvPr/>
        </p:nvSpPr>
        <p:spPr>
          <a:xfrm>
            <a:off x="8312400" y="854280"/>
            <a:ext cx="3502800" cy="72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sz="1400" b="1" strike="noStrike" spc="-1">
                <a:solidFill>
                  <a:srgbClr val="4472C4"/>
                </a:solidFill>
                <a:latin typeface="맑은 고딕"/>
                <a:ea typeface="맑은 고딕"/>
              </a:rPr>
              <a:t>* </a:t>
            </a:r>
            <a:r>
              <a:rPr lang="ko-KR" sz="1400" b="1" strike="noStrike" spc="-100">
                <a:solidFill>
                  <a:srgbClr val="4472C4"/>
                </a:solidFill>
                <a:latin typeface="맑은 고딕"/>
                <a:ea typeface="맑은 고딕"/>
              </a:rPr>
              <a:t>결과 제시 ② 모델 개요</a:t>
            </a:r>
            <a:endParaRPr lang="en-US" sz="1400" b="0" strike="noStrike" spc="-1">
              <a:latin typeface="Noto Sans CJK KR"/>
            </a:endParaRPr>
          </a:p>
          <a:p>
            <a:pPr algn="r">
              <a:lnSpc>
                <a:spcPct val="100000"/>
              </a:lnSpc>
              <a:buNone/>
            </a:pPr>
            <a:endParaRPr lang="en-US" sz="1400" b="0" strike="noStrike" spc="-1">
              <a:latin typeface="Noto Sans CJK KR"/>
            </a:endParaRPr>
          </a:p>
          <a:p>
            <a:pPr algn="r">
              <a:lnSpc>
                <a:spcPct val="100000"/>
              </a:lnSpc>
              <a:buNone/>
            </a:pPr>
            <a:endParaRPr lang="en-US" sz="1400" b="0" strike="noStrike" spc="-1">
              <a:latin typeface="Noto Sans CJK KR"/>
            </a:endParaRPr>
          </a:p>
        </p:txBody>
      </p:sp>
      <p:pic>
        <p:nvPicPr>
          <p:cNvPr id="470" name="그림 34">
            <a:extLst>
              <a:ext uri="{FF2B5EF4-FFF2-40B4-BE49-F238E27FC236}">
                <a16:creationId xmlns:a16="http://schemas.microsoft.com/office/drawing/2014/main" id="{116358D2-B44D-BD37-1851-F2003271CF99}"/>
              </a:ext>
            </a:extLst>
          </p:cNvPr>
          <p:cNvPicPr/>
          <p:nvPr/>
        </p:nvPicPr>
        <p:blipFill>
          <a:blip r:embed="rId2">
            <a:alphaModFix amt="27000"/>
          </a:blip>
          <a:stretch/>
        </p:blipFill>
        <p:spPr>
          <a:xfrm flipH="1">
            <a:off x="720" y="1917000"/>
            <a:ext cx="12191400" cy="232920"/>
          </a:xfrm>
          <a:prstGeom prst="rect">
            <a:avLst/>
          </a:prstGeom>
          <a:ln w="0"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4A25E62-BD67-9EDF-D7AD-CAD867A4953B}"/>
              </a:ext>
            </a:extLst>
          </p:cNvPr>
          <p:cNvSpPr txBox="1"/>
          <p:nvPr/>
        </p:nvSpPr>
        <p:spPr>
          <a:xfrm>
            <a:off x="898820" y="140652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spc="-100" dirty="0">
                <a:solidFill>
                  <a:srgbClr val="3B3838"/>
                </a:solidFill>
                <a:latin typeface="Noto Sans CJK KR"/>
              </a:rPr>
              <a:t>핵심 기술</a:t>
            </a:r>
            <a:r>
              <a:rPr lang="en-US" altLang="ko-KR" b="1" spc="-100" dirty="0">
                <a:solidFill>
                  <a:srgbClr val="3B3838"/>
                </a:solidFill>
                <a:latin typeface="Noto Sans CJK KR"/>
              </a:rPr>
              <a:t>(QR </a:t>
            </a:r>
            <a:r>
              <a:rPr lang="ko-KR" altLang="en-US" b="1" spc="-100" dirty="0">
                <a:solidFill>
                  <a:srgbClr val="3B3838"/>
                </a:solidFill>
                <a:latin typeface="Noto Sans CJK KR"/>
              </a:rPr>
              <a:t>인식</a:t>
            </a:r>
            <a:r>
              <a:rPr lang="en-US" altLang="ko-KR" b="1" spc="-100" dirty="0">
                <a:solidFill>
                  <a:srgbClr val="3B3838"/>
                </a:solidFill>
                <a:latin typeface="Noto Sans CJK KR"/>
              </a:rPr>
              <a:t>)</a:t>
            </a:r>
            <a:endParaRPr lang="ko-KR" altLang="en-US" dirty="0"/>
          </a:p>
        </p:txBody>
      </p:sp>
      <p:sp>
        <p:nvSpPr>
          <p:cNvPr id="9" name="제목 8">
            <a:extLst>
              <a:ext uri="{FF2B5EF4-FFF2-40B4-BE49-F238E27FC236}">
                <a16:creationId xmlns:a16="http://schemas.microsoft.com/office/drawing/2014/main" id="{B46622C9-C1F7-69DA-6E51-B5CCDCA2CD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7980" y="2424918"/>
            <a:ext cx="7474440" cy="3508140"/>
          </a:xfrm>
        </p:spPr>
        <p:txBody>
          <a:bodyPr/>
          <a:lstStyle/>
          <a:p>
            <a:br>
              <a:rPr lang="en-US" altLang="ko-KR" sz="1200" dirty="0"/>
            </a:br>
            <a:endParaRPr lang="ko-KR" altLang="en-US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D32F74-BA78-6B1E-B81E-18EC62C6D303}"/>
              </a:ext>
            </a:extLst>
          </p:cNvPr>
          <p:cNvSpPr txBox="1"/>
          <p:nvPr/>
        </p:nvSpPr>
        <p:spPr>
          <a:xfrm>
            <a:off x="898819" y="2894712"/>
            <a:ext cx="52101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데이터셋 개요</a:t>
            </a:r>
            <a:endParaRPr lang="en-US" altLang="ko-KR" dirty="0"/>
          </a:p>
          <a:p>
            <a:r>
              <a:rPr lang="ko-KR" altLang="en-US" dirty="0"/>
              <a:t>차량 위에 부착된 </a:t>
            </a:r>
            <a:r>
              <a:rPr lang="en-US" altLang="ko-KR" b="1" dirty="0"/>
              <a:t>QR</a:t>
            </a:r>
            <a:r>
              <a:rPr lang="ko-KR" altLang="en-US" b="1" dirty="0"/>
              <a:t>에 포함된 데이터</a:t>
            </a:r>
            <a:r>
              <a:rPr lang="ko-KR" altLang="en-US" dirty="0"/>
              <a:t>를 읽는다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4E4C0BF-4943-0552-7CAD-501E93997985}"/>
              </a:ext>
            </a:extLst>
          </p:cNvPr>
          <p:cNvSpPr txBox="1"/>
          <p:nvPr/>
        </p:nvSpPr>
        <p:spPr>
          <a:xfrm>
            <a:off x="1342253" y="3956313"/>
            <a:ext cx="47667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핵심 인식 기술</a:t>
            </a:r>
          </a:p>
          <a:p>
            <a:r>
              <a:rPr lang="en-US" altLang="ko-KR" dirty="0"/>
              <a:t>QR </a:t>
            </a:r>
            <a:r>
              <a:rPr lang="ko-KR" altLang="en-US" dirty="0"/>
              <a:t>코드의 정밀한 탐지와 위치 추정을 위해 검증된 컴퓨터 비전 라이브러리를 활용</a:t>
            </a:r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7506241-FCB0-8D81-26E2-2F79123BBDAC}"/>
              </a:ext>
            </a:extLst>
          </p:cNvPr>
          <p:cNvSpPr txBox="1"/>
          <p:nvPr/>
        </p:nvSpPr>
        <p:spPr>
          <a:xfrm>
            <a:off x="1335960" y="5007727"/>
            <a:ext cx="593601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/>
              <a:t>OpenCV Marker Detector</a:t>
            </a:r>
          </a:p>
          <a:p>
            <a:r>
              <a:rPr lang="ko-KR" altLang="en-US" dirty="0"/>
              <a:t>다양한 조명 조건과 각도에서도 마커를 견고하게 검출할 수 있는 알고리즘을 적용하여</a:t>
            </a:r>
            <a:r>
              <a:rPr lang="en-US" altLang="ko-KR" dirty="0"/>
              <a:t>, </a:t>
            </a:r>
            <a:r>
              <a:rPr lang="ko-KR" altLang="en-US" dirty="0"/>
              <a:t>실시간 처리 성능과 정확도를 동시에 확보</a:t>
            </a:r>
            <a:endParaRPr lang="en-US" altLang="ko-KR" dirty="0"/>
          </a:p>
        </p:txBody>
      </p:sp>
      <p:pic>
        <p:nvPicPr>
          <p:cNvPr id="5" name="Picture 4" descr="OpenCV: Detection of ArUco Markers">
            <a:extLst>
              <a:ext uri="{FF2B5EF4-FFF2-40B4-BE49-F238E27FC236}">
                <a16:creationId xmlns:a16="http://schemas.microsoft.com/office/drawing/2014/main" id="{41EB423A-6347-E222-6D28-AAD3B8C956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5433" y="2710014"/>
            <a:ext cx="4166107" cy="312458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5C269BB-A565-6586-6A0E-E0744D9EE6D6}"/>
              </a:ext>
            </a:extLst>
          </p:cNvPr>
          <p:cNvSpPr txBox="1"/>
          <p:nvPr/>
        </p:nvSpPr>
        <p:spPr>
          <a:xfrm>
            <a:off x="668993" y="2138030"/>
            <a:ext cx="327782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/>
              <a:t>QR </a:t>
            </a:r>
            <a:r>
              <a:rPr lang="ko-KR" altLang="en-US" sz="3200" b="1" dirty="0"/>
              <a:t>인식 데이터</a:t>
            </a:r>
            <a:endParaRPr lang="ko-KR" altLang="en-US" sz="3200" dirty="0"/>
          </a:p>
        </p:txBody>
      </p:sp>
      <p:sp>
        <p:nvSpPr>
          <p:cNvPr id="10" name="그래픽 43">
            <a:extLst>
              <a:ext uri="{FF2B5EF4-FFF2-40B4-BE49-F238E27FC236}">
                <a16:creationId xmlns:a16="http://schemas.microsoft.com/office/drawing/2014/main" id="{12E93C64-8F3E-DB2A-28EB-67BCF4C4978B}"/>
              </a:ext>
            </a:extLst>
          </p:cNvPr>
          <p:cNvSpPr/>
          <p:nvPr/>
        </p:nvSpPr>
        <p:spPr>
          <a:xfrm>
            <a:off x="1218987" y="4041378"/>
            <a:ext cx="100440" cy="113040"/>
          </a:xfrm>
          <a:custGeom>
            <a:avLst/>
            <a:gdLst/>
            <a:ahLst/>
            <a:cxnLst/>
            <a:rect l="l" t="t" r="r" b="b"/>
            <a:pathLst>
              <a:path w="450214" h="506845">
                <a:moveTo>
                  <a:pt x="428021" y="214932"/>
                </a:moveTo>
                <a:lnTo>
                  <a:pt x="66705" y="6045"/>
                </a:lnTo>
                <a:cubicBezTo>
                  <a:pt x="37072" y="-11108"/>
                  <a:pt x="0" y="10287"/>
                  <a:pt x="0" y="44511"/>
                </a:cubicBezTo>
                <a:lnTo>
                  <a:pt x="0" y="462326"/>
                </a:lnTo>
                <a:cubicBezTo>
                  <a:pt x="0" y="496550"/>
                  <a:pt x="37072" y="517945"/>
                  <a:pt x="66705" y="500812"/>
                </a:cubicBezTo>
                <a:lnTo>
                  <a:pt x="428021" y="291905"/>
                </a:lnTo>
                <a:cubicBezTo>
                  <a:pt x="457613" y="274793"/>
                  <a:pt x="457613" y="232064"/>
                  <a:pt x="428021" y="214932"/>
                </a:cubicBezTo>
                <a:close/>
              </a:path>
            </a:pathLst>
          </a:custGeom>
          <a:solidFill>
            <a:srgbClr val="3378C8"/>
          </a:solidFill>
          <a:ln w="2035">
            <a:noFill/>
          </a:ln>
          <a:effectLst>
            <a:outerShdw blurRad="50760" dist="38160" dir="5400000" algn="t" rotWithShape="0">
              <a:srgbClr val="3378C8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11" name="그래픽 43">
            <a:extLst>
              <a:ext uri="{FF2B5EF4-FFF2-40B4-BE49-F238E27FC236}">
                <a16:creationId xmlns:a16="http://schemas.microsoft.com/office/drawing/2014/main" id="{A825C693-E634-56FE-0ED3-8CCDF65E0E32}"/>
              </a:ext>
            </a:extLst>
          </p:cNvPr>
          <p:cNvSpPr/>
          <p:nvPr/>
        </p:nvSpPr>
        <p:spPr>
          <a:xfrm>
            <a:off x="798380" y="3004533"/>
            <a:ext cx="100440" cy="113040"/>
          </a:xfrm>
          <a:custGeom>
            <a:avLst/>
            <a:gdLst/>
            <a:ahLst/>
            <a:cxnLst/>
            <a:rect l="l" t="t" r="r" b="b"/>
            <a:pathLst>
              <a:path w="450214" h="506845">
                <a:moveTo>
                  <a:pt x="428021" y="214932"/>
                </a:moveTo>
                <a:lnTo>
                  <a:pt x="66705" y="6045"/>
                </a:lnTo>
                <a:cubicBezTo>
                  <a:pt x="37072" y="-11108"/>
                  <a:pt x="0" y="10287"/>
                  <a:pt x="0" y="44511"/>
                </a:cubicBezTo>
                <a:lnTo>
                  <a:pt x="0" y="462326"/>
                </a:lnTo>
                <a:cubicBezTo>
                  <a:pt x="0" y="496550"/>
                  <a:pt x="37072" y="517945"/>
                  <a:pt x="66705" y="500812"/>
                </a:cubicBezTo>
                <a:lnTo>
                  <a:pt x="428021" y="291905"/>
                </a:lnTo>
                <a:cubicBezTo>
                  <a:pt x="457613" y="274793"/>
                  <a:pt x="457613" y="232064"/>
                  <a:pt x="428021" y="214932"/>
                </a:cubicBezTo>
                <a:close/>
              </a:path>
            </a:pathLst>
          </a:custGeom>
          <a:solidFill>
            <a:srgbClr val="3378C8"/>
          </a:solidFill>
          <a:ln w="2035">
            <a:noFill/>
          </a:ln>
          <a:effectLst>
            <a:outerShdw blurRad="50760" dist="38160" dir="5400000" algn="t" rotWithShape="0">
              <a:srgbClr val="3378C8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</p:spTree>
    <p:extLst>
      <p:ext uri="{BB962C8B-B14F-4D97-AF65-F5344CB8AC3E}">
        <p14:creationId xmlns:p14="http://schemas.microsoft.com/office/powerpoint/2010/main" val="29538175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0EDF24-A8C3-A0FC-0E80-84BBDDFBE6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사각형: 둥근 한쪽 모서리 38">
            <a:extLst>
              <a:ext uri="{FF2B5EF4-FFF2-40B4-BE49-F238E27FC236}">
                <a16:creationId xmlns:a16="http://schemas.microsoft.com/office/drawing/2014/main" id="{1019450E-883D-D096-2B5C-F2E34F617D81}"/>
              </a:ext>
            </a:extLst>
          </p:cNvPr>
          <p:cNvSpPr/>
          <p:nvPr/>
        </p:nvSpPr>
        <p:spPr>
          <a:xfrm flipH="1" flipV="1">
            <a:off x="172800" y="69840"/>
            <a:ext cx="12017160" cy="122040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460" name="그룹 2">
            <a:extLst>
              <a:ext uri="{FF2B5EF4-FFF2-40B4-BE49-F238E27FC236}">
                <a16:creationId xmlns:a16="http://schemas.microsoft.com/office/drawing/2014/main" id="{D2E7AEA5-1E46-03FB-6C71-CB124E265BB7}"/>
              </a:ext>
            </a:extLst>
          </p:cNvPr>
          <p:cNvGrpSpPr/>
          <p:nvPr/>
        </p:nvGrpSpPr>
        <p:grpSpPr>
          <a:xfrm>
            <a:off x="376200" y="333360"/>
            <a:ext cx="5947560" cy="822960"/>
            <a:chOff x="376200" y="333360"/>
            <a:chExt cx="5947560" cy="822960"/>
          </a:xfrm>
        </p:grpSpPr>
        <p:sp>
          <p:nvSpPr>
            <p:cNvPr id="461" name="TextBox 26">
              <a:extLst>
                <a:ext uri="{FF2B5EF4-FFF2-40B4-BE49-F238E27FC236}">
                  <a16:creationId xmlns:a16="http://schemas.microsoft.com/office/drawing/2014/main" id="{B34E37EB-5A24-6C5F-B613-7E512A085D9E}"/>
                </a:ext>
              </a:extLst>
            </p:cNvPr>
            <p:cNvSpPr/>
            <p:nvPr/>
          </p:nvSpPr>
          <p:spPr>
            <a:xfrm>
              <a:off x="1461600" y="366120"/>
              <a:ext cx="225144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1200" b="1" strike="noStrike" spc="-1">
                  <a:solidFill>
                    <a:srgbClr val="3378C8">
                      <a:alpha val="50000"/>
                    </a:srgbClr>
                  </a:solidFill>
                  <a:latin typeface="맑은 고딕"/>
                  <a:ea typeface="맑은 고딕"/>
                </a:rPr>
                <a:t>K-Digital Training</a:t>
              </a:r>
              <a:endParaRPr lang="en-US" sz="1200" b="0" strike="noStrike" spc="-1">
                <a:latin typeface="Noto Sans CJK KR"/>
              </a:endParaRPr>
            </a:p>
          </p:txBody>
        </p:sp>
        <p:sp>
          <p:nvSpPr>
            <p:cNvPr id="462" name="TextBox 10">
              <a:extLst>
                <a:ext uri="{FF2B5EF4-FFF2-40B4-BE49-F238E27FC236}">
                  <a16:creationId xmlns:a16="http://schemas.microsoft.com/office/drawing/2014/main" id="{866FB6D1-20C3-808E-09F0-20B74A0DB624}"/>
                </a:ext>
              </a:extLst>
            </p:cNvPr>
            <p:cNvSpPr/>
            <p:nvPr/>
          </p:nvSpPr>
          <p:spPr>
            <a:xfrm>
              <a:off x="1461600" y="585000"/>
              <a:ext cx="4862160" cy="516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ko-KR" sz="2800" b="1" strike="noStrike" spc="-1">
                  <a:solidFill>
                    <a:srgbClr val="404040"/>
                  </a:solidFill>
                  <a:latin typeface="맑은 고딕"/>
                  <a:ea typeface="맑은 고딕"/>
                </a:rPr>
                <a:t>프로젝트 수행 경과</a:t>
              </a:r>
              <a:endParaRPr lang="en-US" sz="2800" b="0" strike="noStrike" spc="-1">
                <a:latin typeface="Noto Sans CJK KR"/>
              </a:endParaRPr>
            </a:p>
          </p:txBody>
        </p:sp>
        <p:sp>
          <p:nvSpPr>
            <p:cNvPr id="463" name="TextBox 12">
              <a:extLst>
                <a:ext uri="{FF2B5EF4-FFF2-40B4-BE49-F238E27FC236}">
                  <a16:creationId xmlns:a16="http://schemas.microsoft.com/office/drawing/2014/main" id="{9122335B-3E2D-1BCD-A153-27A164BE1E33}"/>
                </a:ext>
              </a:extLst>
            </p:cNvPr>
            <p:cNvSpPr/>
            <p:nvPr/>
          </p:nvSpPr>
          <p:spPr>
            <a:xfrm>
              <a:off x="376200" y="333360"/>
              <a:ext cx="1266120" cy="82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0" rIns="90000" bIns="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5400" b="0" strike="noStrike" spc="-1">
                  <a:solidFill>
                    <a:srgbClr val="3378C8"/>
                  </a:solidFill>
                  <a:latin typeface="세방고딕 Bold"/>
                  <a:ea typeface="세방고딕 Bold"/>
                </a:rPr>
                <a:t>04</a:t>
              </a:r>
              <a:endParaRPr lang="en-US" sz="5400" b="0" strike="noStrike" spc="-1">
                <a:latin typeface="Noto Sans CJK KR"/>
              </a:endParaRPr>
            </a:p>
          </p:txBody>
        </p:sp>
      </p:grpSp>
      <p:sp>
        <p:nvSpPr>
          <p:cNvPr id="464" name="TextBox 1">
            <a:extLst>
              <a:ext uri="{FF2B5EF4-FFF2-40B4-BE49-F238E27FC236}">
                <a16:creationId xmlns:a16="http://schemas.microsoft.com/office/drawing/2014/main" id="{479116B5-53A0-43B0-B90B-391AD31276C0}"/>
              </a:ext>
            </a:extLst>
          </p:cNvPr>
          <p:cNvSpPr/>
          <p:nvPr/>
        </p:nvSpPr>
        <p:spPr>
          <a:xfrm>
            <a:off x="0" y="0"/>
            <a:ext cx="12191400" cy="113760"/>
          </a:xfrm>
          <a:prstGeom prst="rect">
            <a:avLst/>
          </a:prstGeom>
          <a:solidFill>
            <a:srgbClr val="FFD8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65" name="TextBox 3">
            <a:extLst>
              <a:ext uri="{FF2B5EF4-FFF2-40B4-BE49-F238E27FC236}">
                <a16:creationId xmlns:a16="http://schemas.microsoft.com/office/drawing/2014/main" id="{6AC3A57A-C534-9915-539E-5E1AB0DDB6C8}"/>
              </a:ext>
            </a:extLst>
          </p:cNvPr>
          <p:cNvSpPr/>
          <p:nvPr/>
        </p:nvSpPr>
        <p:spPr>
          <a:xfrm>
            <a:off x="0" y="0"/>
            <a:ext cx="1335960" cy="113760"/>
          </a:xfrm>
          <a:prstGeom prst="rect">
            <a:avLst/>
          </a:prstGeom>
          <a:solidFill>
            <a:srgbClr val="3378C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466" name="그룹 13">
            <a:extLst>
              <a:ext uri="{FF2B5EF4-FFF2-40B4-BE49-F238E27FC236}">
                <a16:creationId xmlns:a16="http://schemas.microsoft.com/office/drawing/2014/main" id="{0B8324AD-7BD1-26D5-68EC-B7B1EE5B7536}"/>
              </a:ext>
            </a:extLst>
          </p:cNvPr>
          <p:cNvGrpSpPr/>
          <p:nvPr/>
        </p:nvGrpSpPr>
        <p:grpSpPr>
          <a:xfrm>
            <a:off x="541800" y="1430280"/>
            <a:ext cx="10525680" cy="367878"/>
            <a:chOff x="541800" y="1430280"/>
            <a:chExt cx="10525680" cy="367878"/>
          </a:xfrm>
        </p:grpSpPr>
        <p:sp>
          <p:nvSpPr>
            <p:cNvPr id="467" name="TextBox 23">
              <a:extLst>
                <a:ext uri="{FF2B5EF4-FFF2-40B4-BE49-F238E27FC236}">
                  <a16:creationId xmlns:a16="http://schemas.microsoft.com/office/drawing/2014/main" id="{C18CC23B-A816-4CDC-4E09-E2FEA04F70D5}"/>
                </a:ext>
              </a:extLst>
            </p:cNvPr>
            <p:cNvSpPr/>
            <p:nvPr/>
          </p:nvSpPr>
          <p:spPr>
            <a:xfrm>
              <a:off x="743760" y="1430280"/>
              <a:ext cx="10323720" cy="367878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endParaRPr lang="en-US" sz="1800" b="0" strike="noStrike" spc="-1" dirty="0">
                <a:latin typeface="Noto Sans CJK KR"/>
              </a:endParaRPr>
            </a:p>
          </p:txBody>
        </p:sp>
        <p:sp>
          <p:nvSpPr>
            <p:cNvPr id="468" name="그래픽 43">
              <a:extLst>
                <a:ext uri="{FF2B5EF4-FFF2-40B4-BE49-F238E27FC236}">
                  <a16:creationId xmlns:a16="http://schemas.microsoft.com/office/drawing/2014/main" id="{A1473683-5BE2-EB59-12C7-20C6232F9CD7}"/>
                </a:ext>
              </a:extLst>
            </p:cNvPr>
            <p:cNvSpPr/>
            <p:nvPr/>
          </p:nvSpPr>
          <p:spPr>
            <a:xfrm>
              <a:off x="541800" y="1539000"/>
              <a:ext cx="100440" cy="113040"/>
            </a:xfrm>
            <a:custGeom>
              <a:avLst/>
              <a:gdLst/>
              <a:ahLst/>
              <a:cxnLst/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>
              <a:noFill/>
            </a:ln>
            <a:effectLst>
              <a:outerShdw blurRad="50760" dist="38160" dir="5400000" algn="t" rotWithShape="0">
                <a:srgbClr val="3378C8">
                  <a:alpha val="4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469" name="TextBox 15">
            <a:extLst>
              <a:ext uri="{FF2B5EF4-FFF2-40B4-BE49-F238E27FC236}">
                <a16:creationId xmlns:a16="http://schemas.microsoft.com/office/drawing/2014/main" id="{CFC386AE-3E41-F481-624A-4C7D02EE9D01}"/>
              </a:ext>
            </a:extLst>
          </p:cNvPr>
          <p:cNvSpPr/>
          <p:nvPr/>
        </p:nvSpPr>
        <p:spPr>
          <a:xfrm>
            <a:off x="8312400" y="854280"/>
            <a:ext cx="3502800" cy="72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sz="1400" b="1" strike="noStrike" spc="-1">
                <a:solidFill>
                  <a:srgbClr val="4472C4"/>
                </a:solidFill>
                <a:latin typeface="맑은 고딕"/>
                <a:ea typeface="맑은 고딕"/>
              </a:rPr>
              <a:t>* </a:t>
            </a:r>
            <a:r>
              <a:rPr lang="ko-KR" sz="1400" b="1" strike="noStrike" spc="-100">
                <a:solidFill>
                  <a:srgbClr val="4472C4"/>
                </a:solidFill>
                <a:latin typeface="맑은 고딕"/>
                <a:ea typeface="맑은 고딕"/>
              </a:rPr>
              <a:t>결과 제시 ② 모델 개요</a:t>
            </a:r>
            <a:endParaRPr lang="en-US" sz="1400" b="0" strike="noStrike" spc="-1">
              <a:latin typeface="Noto Sans CJK KR"/>
            </a:endParaRPr>
          </a:p>
          <a:p>
            <a:pPr algn="r">
              <a:lnSpc>
                <a:spcPct val="100000"/>
              </a:lnSpc>
              <a:buNone/>
            </a:pPr>
            <a:endParaRPr lang="en-US" sz="1400" b="0" strike="noStrike" spc="-1">
              <a:latin typeface="Noto Sans CJK KR"/>
            </a:endParaRPr>
          </a:p>
          <a:p>
            <a:pPr algn="r">
              <a:lnSpc>
                <a:spcPct val="100000"/>
              </a:lnSpc>
              <a:buNone/>
            </a:pPr>
            <a:endParaRPr lang="en-US" sz="1400" b="0" strike="noStrike" spc="-1">
              <a:latin typeface="Noto Sans CJK KR"/>
            </a:endParaRPr>
          </a:p>
        </p:txBody>
      </p:sp>
      <p:pic>
        <p:nvPicPr>
          <p:cNvPr id="470" name="그림 34">
            <a:extLst>
              <a:ext uri="{FF2B5EF4-FFF2-40B4-BE49-F238E27FC236}">
                <a16:creationId xmlns:a16="http://schemas.microsoft.com/office/drawing/2014/main" id="{9AF3F9D5-B9EC-2803-5FF8-9AE7DDC1F9C5}"/>
              </a:ext>
            </a:extLst>
          </p:cNvPr>
          <p:cNvPicPr/>
          <p:nvPr/>
        </p:nvPicPr>
        <p:blipFill>
          <a:blip r:embed="rId2">
            <a:alphaModFix amt="27000"/>
          </a:blip>
          <a:stretch/>
        </p:blipFill>
        <p:spPr>
          <a:xfrm flipH="1">
            <a:off x="720" y="1917000"/>
            <a:ext cx="12191400" cy="232920"/>
          </a:xfrm>
          <a:prstGeom prst="rect">
            <a:avLst/>
          </a:prstGeom>
          <a:ln w="0"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3FC529A-B5C5-EFEB-F29C-D8ADB2F4DFF1}"/>
              </a:ext>
            </a:extLst>
          </p:cNvPr>
          <p:cNvSpPr txBox="1"/>
          <p:nvPr/>
        </p:nvSpPr>
        <p:spPr>
          <a:xfrm>
            <a:off x="898820" y="140652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spc="-100" dirty="0">
                <a:solidFill>
                  <a:srgbClr val="3B3838"/>
                </a:solidFill>
                <a:latin typeface="Noto Sans CJK KR"/>
              </a:rPr>
              <a:t>핵심 기술</a:t>
            </a:r>
            <a:r>
              <a:rPr lang="en-US" altLang="ko-KR" b="1" spc="-100" dirty="0">
                <a:solidFill>
                  <a:srgbClr val="3B3838"/>
                </a:solidFill>
                <a:latin typeface="Noto Sans CJK KR"/>
              </a:rPr>
              <a:t>(QR </a:t>
            </a:r>
            <a:r>
              <a:rPr lang="ko-KR" altLang="en-US" b="1" spc="-100" dirty="0">
                <a:solidFill>
                  <a:srgbClr val="3B3838"/>
                </a:solidFill>
                <a:latin typeface="Noto Sans CJK KR"/>
              </a:rPr>
              <a:t>인식</a:t>
            </a:r>
            <a:r>
              <a:rPr lang="en-US" altLang="ko-KR" b="1" spc="-100" dirty="0">
                <a:solidFill>
                  <a:srgbClr val="3B3838"/>
                </a:solidFill>
                <a:latin typeface="Noto Sans CJK KR"/>
              </a:rPr>
              <a:t>)</a:t>
            </a:r>
            <a:endParaRPr lang="ko-KR" altLang="en-US" dirty="0"/>
          </a:p>
        </p:txBody>
      </p:sp>
      <p:sp>
        <p:nvSpPr>
          <p:cNvPr id="9" name="제목 8">
            <a:extLst>
              <a:ext uri="{FF2B5EF4-FFF2-40B4-BE49-F238E27FC236}">
                <a16:creationId xmlns:a16="http://schemas.microsoft.com/office/drawing/2014/main" id="{F3361B06-9F59-1A25-0912-68A9F7AD73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2240" y="2441520"/>
            <a:ext cx="7474440" cy="1154176"/>
          </a:xfrm>
        </p:spPr>
        <p:txBody>
          <a:bodyPr/>
          <a:lstStyle/>
          <a:p>
            <a:br>
              <a:rPr lang="en-US" altLang="ko-KR" sz="1200" dirty="0"/>
            </a:br>
            <a:endParaRPr lang="ko-KR" altLang="en-US" sz="12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892F3F-90F4-E0FF-CB0F-326F48775C71}"/>
              </a:ext>
            </a:extLst>
          </p:cNvPr>
          <p:cNvSpPr txBox="1"/>
          <p:nvPr/>
        </p:nvSpPr>
        <p:spPr>
          <a:xfrm>
            <a:off x="642240" y="2103834"/>
            <a:ext cx="4953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/>
              <a:t>QR </a:t>
            </a:r>
            <a:r>
              <a:rPr lang="ko-KR" altLang="en-US" sz="3200" b="1" dirty="0"/>
              <a:t>데이터 추출 정보 </a:t>
            </a:r>
            <a:r>
              <a:rPr lang="en-US" altLang="ko-KR" sz="3200" b="1" dirty="0"/>
              <a:t>(YAML </a:t>
            </a:r>
            <a:r>
              <a:rPr lang="ko-KR" altLang="en-US" sz="3200" b="1" dirty="0"/>
              <a:t>포맷</a:t>
            </a:r>
            <a:r>
              <a:rPr lang="en-US" altLang="ko-KR" sz="3200" b="1" dirty="0"/>
              <a:t>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6CC533A-214C-487C-EF73-22D649CC835A}"/>
              </a:ext>
            </a:extLst>
          </p:cNvPr>
          <p:cNvSpPr txBox="1"/>
          <p:nvPr/>
        </p:nvSpPr>
        <p:spPr>
          <a:xfrm>
            <a:off x="743760" y="3148024"/>
            <a:ext cx="9779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ko-KR" altLang="en-US" b="1" dirty="0"/>
              <a:t>인식된 </a:t>
            </a:r>
            <a:r>
              <a:rPr lang="en-US" altLang="ko-KR" b="1" dirty="0"/>
              <a:t>QR </a:t>
            </a:r>
            <a:r>
              <a:rPr lang="ko-KR" altLang="en-US" b="1" dirty="0"/>
              <a:t>코드를 통해 획득하는 주요 차량 정보는 구조화된 </a:t>
            </a:r>
            <a:r>
              <a:rPr lang="en-US" altLang="ko-KR" b="1" dirty="0"/>
              <a:t>YAML </a:t>
            </a:r>
            <a:r>
              <a:rPr lang="ko-KR" altLang="en-US" b="1" dirty="0"/>
              <a:t>형식으로 관리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7B7AA724-3BE4-BD3F-6561-2FF14102120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77418542"/>
              </p:ext>
            </p:extLst>
          </p:nvPr>
        </p:nvGraphicFramePr>
        <p:xfrm>
          <a:off x="743760" y="3710023"/>
          <a:ext cx="10270065" cy="2562977"/>
        </p:xfrm>
        <a:graphic>
          <a:graphicData uri="http://schemas.openxmlformats.org/drawingml/2006/table">
            <a:tbl>
              <a:tblPr firstRow="1" bandRow="1">
                <a:tableStyleId>{7E9639D4-E3E2-4D34-9284-5A2195B3D0D7}</a:tableStyleId>
              </a:tblPr>
              <a:tblGrid>
                <a:gridCol w="3423355">
                  <a:extLst>
                    <a:ext uri="{9D8B030D-6E8A-4147-A177-3AD203B41FA5}">
                      <a16:colId xmlns:a16="http://schemas.microsoft.com/office/drawing/2014/main" val="760506632"/>
                    </a:ext>
                  </a:extLst>
                </a:gridCol>
                <a:gridCol w="3423355">
                  <a:extLst>
                    <a:ext uri="{9D8B030D-6E8A-4147-A177-3AD203B41FA5}">
                      <a16:colId xmlns:a16="http://schemas.microsoft.com/office/drawing/2014/main" val="4085507519"/>
                    </a:ext>
                  </a:extLst>
                </a:gridCol>
                <a:gridCol w="3423355">
                  <a:extLst>
                    <a:ext uri="{9D8B030D-6E8A-4147-A177-3AD203B41FA5}">
                      <a16:colId xmlns:a16="http://schemas.microsoft.com/office/drawing/2014/main" val="1733546454"/>
                    </a:ext>
                  </a:extLst>
                </a:gridCol>
              </a:tblGrid>
              <a:tr h="55425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spc="0" dirty="0">
                          <a:solidFill>
                            <a:srgbClr val="DEFF9A"/>
                          </a:solidFill>
                          <a:effectLst/>
                        </a:rPr>
                        <a:t> 정보 항목</a:t>
                      </a:r>
                      <a:r>
                        <a:rPr lang="en-US" altLang="ko-KR" sz="1600" b="1" spc="0" dirty="0">
                          <a:solidFill>
                            <a:srgbClr val="DEFF9A"/>
                          </a:solidFill>
                          <a:effectLst/>
                        </a:rPr>
                        <a:t>(key)</a:t>
                      </a:r>
                      <a:r>
                        <a:rPr lang="ko-KR" altLang="en-US" sz="1600" b="1" spc="0" dirty="0">
                          <a:solidFill>
                            <a:srgbClr val="DEFF9A"/>
                          </a:solidFill>
                          <a:effectLst/>
                        </a:rPr>
                        <a:t> </a:t>
                      </a:r>
                      <a:endParaRPr lang="ko-KR" altLang="en-US" sz="1600" b="1" spc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ko-KR" altLang="en-US" sz="1600" b="1" spc="0" dirty="0">
                          <a:solidFill>
                            <a:srgbClr val="DEFF9A"/>
                          </a:solidFill>
                          <a:effectLst/>
                        </a:rPr>
                        <a:t>상세 내용 </a:t>
                      </a:r>
                      <a:r>
                        <a:rPr lang="en-US" altLang="ko-KR" sz="1600" b="1" spc="0" dirty="0">
                          <a:solidFill>
                            <a:srgbClr val="DEFF9A"/>
                          </a:solidFill>
                          <a:effectLst/>
                        </a:rPr>
                        <a:t>(</a:t>
                      </a:r>
                      <a:r>
                        <a:rPr lang="en-US" sz="1600" b="1" spc="0" dirty="0">
                          <a:solidFill>
                            <a:srgbClr val="DEFF9A"/>
                          </a:solidFill>
                          <a:effectLst/>
                        </a:rPr>
                        <a:t>Description)</a:t>
                      </a:r>
                      <a:endParaRPr lang="en-US" sz="1600" b="1" spc="0" dirty="0">
                        <a:solidFill>
                          <a:srgbClr val="DEFF9A"/>
                        </a:solidFill>
                        <a:effectLst/>
                        <a:latin typeface="Urbanist"/>
                      </a:endParaRPr>
                    </a:p>
                  </a:txBody>
                  <a:tcPr marL="127000" marR="127000" marT="127000" marB="127000"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spc="0" dirty="0">
                          <a:solidFill>
                            <a:srgbClr val="DEFF9A"/>
                          </a:solidFill>
                          <a:effectLst/>
                        </a:rPr>
                        <a:t> 비고</a:t>
                      </a:r>
                      <a:endParaRPr lang="ko-KR" altLang="en-US" sz="1600" b="1" spc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9420114"/>
                  </a:ext>
                </a:extLst>
              </a:tr>
              <a:tr h="6695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spc="0" dirty="0"/>
                        <a:t>차량 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kern="1200" spc="0" dirty="0">
                          <a:solidFill>
                            <a:schemeClr val="dk1"/>
                          </a:solidFill>
                          <a:effectLst/>
                        </a:rPr>
                        <a:t>차량 소유주 및 식별 </a:t>
                      </a:r>
                      <a:r>
                        <a:rPr lang="en-US" altLang="ko-KR" sz="1600" b="1" kern="1200" spc="0" dirty="0">
                          <a:solidFill>
                            <a:schemeClr val="dk1"/>
                          </a:solidFill>
                          <a:effectLst/>
                        </a:rPr>
                        <a:t>ID </a:t>
                      </a:r>
                    </a:p>
                    <a:p>
                      <a:pPr algn="ctr" latinLnBrk="1"/>
                      <a:r>
                        <a:rPr lang="en-US" altLang="ko-KR" sz="1600" b="1" kern="1200" spc="0" dirty="0">
                          <a:solidFill>
                            <a:schemeClr val="dk1"/>
                          </a:solidFill>
                          <a:effectLst/>
                        </a:rPr>
                        <a:t>(</a:t>
                      </a:r>
                      <a:r>
                        <a:rPr lang="ko-KR" altLang="en-US" sz="1600" b="1" kern="1200" spc="0" dirty="0">
                          <a:solidFill>
                            <a:schemeClr val="dk1"/>
                          </a:solidFill>
                          <a:effectLst/>
                        </a:rPr>
                        <a:t>누구의 차량인가</a:t>
                      </a:r>
                      <a:r>
                        <a:rPr lang="en-US" altLang="ko-KR" sz="1600" b="1" kern="1200" spc="0" dirty="0">
                          <a:solidFill>
                            <a:schemeClr val="dk1"/>
                          </a:solidFill>
                          <a:effectLst/>
                        </a:rPr>
                        <a:t>)</a:t>
                      </a:r>
                      <a:endParaRPr lang="ko-KR" altLang="en-US" sz="1600" b="1" spc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spc="0" dirty="0" err="1"/>
                        <a:t>Car_type</a:t>
                      </a:r>
                      <a:endParaRPr lang="ko-KR" altLang="en-US" sz="1600" b="1" spc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8608716"/>
                  </a:ext>
                </a:extLst>
              </a:tr>
              <a:tr h="6695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spc="0" dirty="0"/>
                        <a:t>연료 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kern="1200" spc="0" dirty="0">
                          <a:solidFill>
                            <a:schemeClr val="dk1"/>
                          </a:solidFill>
                          <a:effectLst/>
                        </a:rPr>
                        <a:t>사용 연료 타입</a:t>
                      </a:r>
                      <a:endParaRPr lang="en-US" altLang="ko-KR" sz="1600" b="1" kern="1200" spc="0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pPr algn="ctr" latinLnBrk="1"/>
                      <a:r>
                        <a:rPr lang="ko-KR" altLang="en-US" sz="1600" b="1" kern="1200" spc="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en-US" altLang="ko-KR" sz="1600" b="1" kern="1200" spc="0" dirty="0">
                          <a:solidFill>
                            <a:schemeClr val="dk1"/>
                          </a:solidFill>
                          <a:effectLst/>
                        </a:rPr>
                        <a:t>(Gasoline, Diesel, LPG </a:t>
                      </a:r>
                      <a:r>
                        <a:rPr lang="ko-KR" altLang="en-US" sz="1600" b="1" kern="1200" spc="0" dirty="0">
                          <a:solidFill>
                            <a:schemeClr val="dk1"/>
                          </a:solidFill>
                          <a:effectLst/>
                        </a:rPr>
                        <a:t>등</a:t>
                      </a:r>
                      <a:r>
                        <a:rPr lang="en-US" altLang="ko-KR" sz="1600" b="1" kern="1200" spc="0" dirty="0">
                          <a:solidFill>
                            <a:schemeClr val="dk1"/>
                          </a:solidFill>
                          <a:effectLst/>
                        </a:rPr>
                        <a:t>)</a:t>
                      </a:r>
                      <a:endParaRPr lang="ko-KR" altLang="en-US" sz="1600" b="1" spc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kern="1200" spc="0" dirty="0" err="1">
                          <a:solidFill>
                            <a:schemeClr val="dk1"/>
                          </a:solidFill>
                          <a:effectLst/>
                        </a:rPr>
                        <a:t>Oil_type</a:t>
                      </a:r>
                      <a:endParaRPr lang="ko-KR" altLang="en-US" sz="1600" b="1" spc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0790794"/>
                  </a:ext>
                </a:extLst>
              </a:tr>
              <a:tr h="669573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spc="0" dirty="0" err="1"/>
                        <a:t>주유구</a:t>
                      </a:r>
                      <a:r>
                        <a:rPr lang="ko-KR" altLang="en-US" sz="1600" b="1" spc="0" dirty="0"/>
                        <a:t> 위치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b="1" kern="1200" spc="0" dirty="0">
                          <a:solidFill>
                            <a:schemeClr val="dk1"/>
                          </a:solidFill>
                          <a:effectLst/>
                        </a:rPr>
                        <a:t>주유구의 방향</a:t>
                      </a:r>
                      <a:endParaRPr lang="en-US" altLang="ko-KR" sz="1600" b="1" kern="1200" spc="0" dirty="0">
                        <a:solidFill>
                          <a:schemeClr val="dk1"/>
                        </a:solidFill>
                        <a:effectLst/>
                      </a:endParaRPr>
                    </a:p>
                    <a:p>
                      <a:pPr algn="ctr" latinLnBrk="1"/>
                      <a:r>
                        <a:rPr lang="ko-KR" altLang="en-US" sz="1600" b="1" kern="1200" spc="0" dirty="0">
                          <a:solidFill>
                            <a:schemeClr val="dk1"/>
                          </a:solidFill>
                          <a:effectLst/>
                        </a:rPr>
                        <a:t> </a:t>
                      </a:r>
                      <a:r>
                        <a:rPr lang="en-US" altLang="ko-KR" sz="1600" b="1" kern="1200" spc="0" dirty="0">
                          <a:solidFill>
                            <a:schemeClr val="dk1"/>
                          </a:solidFill>
                          <a:effectLst/>
                        </a:rPr>
                        <a:t>(</a:t>
                      </a:r>
                      <a:r>
                        <a:rPr lang="ko-KR" altLang="en-US" sz="1600" b="1" kern="1200" spc="0" dirty="0">
                          <a:solidFill>
                            <a:schemeClr val="dk1"/>
                          </a:solidFill>
                          <a:effectLst/>
                        </a:rPr>
                        <a:t>운전석 기준 좌측</a:t>
                      </a:r>
                      <a:r>
                        <a:rPr lang="en-US" altLang="ko-KR" sz="1600" b="1" kern="1200" spc="0" dirty="0">
                          <a:solidFill>
                            <a:schemeClr val="dk1"/>
                          </a:solidFill>
                          <a:effectLst/>
                        </a:rPr>
                        <a:t>/</a:t>
                      </a:r>
                      <a:r>
                        <a:rPr lang="ko-KR" altLang="en-US" sz="1600" b="1" kern="1200" spc="0" dirty="0">
                          <a:solidFill>
                            <a:schemeClr val="dk1"/>
                          </a:solidFill>
                          <a:effectLst/>
                        </a:rPr>
                        <a:t>우측</a:t>
                      </a:r>
                      <a:r>
                        <a:rPr lang="en-US" altLang="ko-KR" sz="1600" b="1" kern="1200" spc="0" dirty="0">
                          <a:solidFill>
                            <a:schemeClr val="dk1"/>
                          </a:solidFill>
                          <a:effectLst/>
                        </a:rPr>
                        <a:t>)</a:t>
                      </a:r>
                      <a:endParaRPr lang="ko-KR" altLang="en-US" sz="1600" b="1" spc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b="1" kern="1200" spc="0" dirty="0">
                          <a:solidFill>
                            <a:schemeClr val="dk1"/>
                          </a:solidFill>
                          <a:effectLst/>
                        </a:rPr>
                        <a:t>direction</a:t>
                      </a:r>
                      <a:endParaRPr lang="ko-KR" altLang="en-US" sz="1600" b="1" spc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309058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32606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A13FA-7FB2-D762-5336-02A1F6D8E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사각형: 둥근 한쪽 모서리 38">
            <a:extLst>
              <a:ext uri="{FF2B5EF4-FFF2-40B4-BE49-F238E27FC236}">
                <a16:creationId xmlns:a16="http://schemas.microsoft.com/office/drawing/2014/main" id="{524915E8-A05A-DA61-5254-EF320742A264}"/>
              </a:ext>
            </a:extLst>
          </p:cNvPr>
          <p:cNvSpPr/>
          <p:nvPr/>
        </p:nvSpPr>
        <p:spPr>
          <a:xfrm flipH="1" flipV="1">
            <a:off x="172800" y="69840"/>
            <a:ext cx="12017160" cy="122040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460" name="그룹 2">
            <a:extLst>
              <a:ext uri="{FF2B5EF4-FFF2-40B4-BE49-F238E27FC236}">
                <a16:creationId xmlns:a16="http://schemas.microsoft.com/office/drawing/2014/main" id="{FA36A00E-EC3B-99A7-637F-ED86A27A9441}"/>
              </a:ext>
            </a:extLst>
          </p:cNvPr>
          <p:cNvGrpSpPr/>
          <p:nvPr/>
        </p:nvGrpSpPr>
        <p:grpSpPr>
          <a:xfrm>
            <a:off x="376200" y="333360"/>
            <a:ext cx="5947560" cy="822960"/>
            <a:chOff x="376200" y="333360"/>
            <a:chExt cx="5947560" cy="822960"/>
          </a:xfrm>
        </p:grpSpPr>
        <p:sp>
          <p:nvSpPr>
            <p:cNvPr id="461" name="TextBox 26">
              <a:extLst>
                <a:ext uri="{FF2B5EF4-FFF2-40B4-BE49-F238E27FC236}">
                  <a16:creationId xmlns:a16="http://schemas.microsoft.com/office/drawing/2014/main" id="{5209E55A-75B1-2ECC-5DA1-9A6D5453867D}"/>
                </a:ext>
              </a:extLst>
            </p:cNvPr>
            <p:cNvSpPr/>
            <p:nvPr/>
          </p:nvSpPr>
          <p:spPr>
            <a:xfrm>
              <a:off x="1461600" y="366120"/>
              <a:ext cx="225144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1200" b="1" strike="noStrike" spc="-1">
                  <a:solidFill>
                    <a:srgbClr val="3378C8">
                      <a:alpha val="50000"/>
                    </a:srgbClr>
                  </a:solidFill>
                  <a:latin typeface="맑은 고딕"/>
                  <a:ea typeface="맑은 고딕"/>
                </a:rPr>
                <a:t>K-Digital Training</a:t>
              </a:r>
              <a:endParaRPr lang="en-US" sz="1200" b="0" strike="noStrike" spc="-1">
                <a:latin typeface="Noto Sans CJK KR"/>
              </a:endParaRPr>
            </a:p>
          </p:txBody>
        </p:sp>
        <p:sp>
          <p:nvSpPr>
            <p:cNvPr id="462" name="TextBox 10">
              <a:extLst>
                <a:ext uri="{FF2B5EF4-FFF2-40B4-BE49-F238E27FC236}">
                  <a16:creationId xmlns:a16="http://schemas.microsoft.com/office/drawing/2014/main" id="{B86DE445-AAE8-C382-21EE-6AE8419D5B0B}"/>
                </a:ext>
              </a:extLst>
            </p:cNvPr>
            <p:cNvSpPr/>
            <p:nvPr/>
          </p:nvSpPr>
          <p:spPr>
            <a:xfrm>
              <a:off x="1461600" y="585000"/>
              <a:ext cx="4862160" cy="516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ko-KR" sz="2800" b="1" strike="noStrike" spc="-1">
                  <a:solidFill>
                    <a:srgbClr val="404040"/>
                  </a:solidFill>
                  <a:latin typeface="맑은 고딕"/>
                  <a:ea typeface="맑은 고딕"/>
                </a:rPr>
                <a:t>프로젝트 수행 경과</a:t>
              </a:r>
              <a:endParaRPr lang="en-US" sz="2800" b="0" strike="noStrike" spc="-1">
                <a:latin typeface="Noto Sans CJK KR"/>
              </a:endParaRPr>
            </a:p>
          </p:txBody>
        </p:sp>
        <p:sp>
          <p:nvSpPr>
            <p:cNvPr id="463" name="TextBox 12">
              <a:extLst>
                <a:ext uri="{FF2B5EF4-FFF2-40B4-BE49-F238E27FC236}">
                  <a16:creationId xmlns:a16="http://schemas.microsoft.com/office/drawing/2014/main" id="{A4D2906E-2B8A-047F-E585-5FF62D20437B}"/>
                </a:ext>
              </a:extLst>
            </p:cNvPr>
            <p:cNvSpPr/>
            <p:nvPr/>
          </p:nvSpPr>
          <p:spPr>
            <a:xfrm>
              <a:off x="376200" y="333360"/>
              <a:ext cx="1266120" cy="82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0" rIns="90000" bIns="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5400" b="0" strike="noStrike" spc="-1">
                  <a:solidFill>
                    <a:srgbClr val="3378C8"/>
                  </a:solidFill>
                  <a:latin typeface="세방고딕 Bold"/>
                  <a:ea typeface="세방고딕 Bold"/>
                </a:rPr>
                <a:t>04</a:t>
              </a:r>
              <a:endParaRPr lang="en-US" sz="5400" b="0" strike="noStrike" spc="-1">
                <a:latin typeface="Noto Sans CJK KR"/>
              </a:endParaRPr>
            </a:p>
          </p:txBody>
        </p:sp>
      </p:grpSp>
      <p:sp>
        <p:nvSpPr>
          <p:cNvPr id="464" name="TextBox 1">
            <a:extLst>
              <a:ext uri="{FF2B5EF4-FFF2-40B4-BE49-F238E27FC236}">
                <a16:creationId xmlns:a16="http://schemas.microsoft.com/office/drawing/2014/main" id="{827C2A07-4DE2-5C26-A7BB-222F98D01C06}"/>
              </a:ext>
            </a:extLst>
          </p:cNvPr>
          <p:cNvSpPr/>
          <p:nvPr/>
        </p:nvSpPr>
        <p:spPr>
          <a:xfrm>
            <a:off x="0" y="0"/>
            <a:ext cx="12191400" cy="113760"/>
          </a:xfrm>
          <a:prstGeom prst="rect">
            <a:avLst/>
          </a:prstGeom>
          <a:solidFill>
            <a:srgbClr val="FFD8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65" name="TextBox 3">
            <a:extLst>
              <a:ext uri="{FF2B5EF4-FFF2-40B4-BE49-F238E27FC236}">
                <a16:creationId xmlns:a16="http://schemas.microsoft.com/office/drawing/2014/main" id="{5F8C8A58-0204-190C-C734-16E9016A6A06}"/>
              </a:ext>
            </a:extLst>
          </p:cNvPr>
          <p:cNvSpPr/>
          <p:nvPr/>
        </p:nvSpPr>
        <p:spPr>
          <a:xfrm>
            <a:off x="0" y="0"/>
            <a:ext cx="1335960" cy="113760"/>
          </a:xfrm>
          <a:prstGeom prst="rect">
            <a:avLst/>
          </a:prstGeom>
          <a:solidFill>
            <a:srgbClr val="3378C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466" name="그룹 13">
            <a:extLst>
              <a:ext uri="{FF2B5EF4-FFF2-40B4-BE49-F238E27FC236}">
                <a16:creationId xmlns:a16="http://schemas.microsoft.com/office/drawing/2014/main" id="{C4145591-AD1B-F5F8-5E15-92A764F22759}"/>
              </a:ext>
            </a:extLst>
          </p:cNvPr>
          <p:cNvGrpSpPr/>
          <p:nvPr/>
        </p:nvGrpSpPr>
        <p:grpSpPr>
          <a:xfrm>
            <a:off x="541800" y="1430280"/>
            <a:ext cx="10525680" cy="367878"/>
            <a:chOff x="541800" y="1430280"/>
            <a:chExt cx="10525680" cy="367878"/>
          </a:xfrm>
        </p:grpSpPr>
        <p:sp>
          <p:nvSpPr>
            <p:cNvPr id="467" name="TextBox 23">
              <a:extLst>
                <a:ext uri="{FF2B5EF4-FFF2-40B4-BE49-F238E27FC236}">
                  <a16:creationId xmlns:a16="http://schemas.microsoft.com/office/drawing/2014/main" id="{EFA8CF80-2FC4-708A-812E-E47BE3EC12A0}"/>
                </a:ext>
              </a:extLst>
            </p:cNvPr>
            <p:cNvSpPr/>
            <p:nvPr/>
          </p:nvSpPr>
          <p:spPr>
            <a:xfrm>
              <a:off x="743760" y="1430280"/>
              <a:ext cx="10323720" cy="367878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endParaRPr lang="en-US" sz="1800" b="0" strike="noStrike" spc="-1" dirty="0">
                <a:latin typeface="Noto Sans CJK KR"/>
              </a:endParaRPr>
            </a:p>
          </p:txBody>
        </p:sp>
        <p:sp>
          <p:nvSpPr>
            <p:cNvPr id="468" name="그래픽 43">
              <a:extLst>
                <a:ext uri="{FF2B5EF4-FFF2-40B4-BE49-F238E27FC236}">
                  <a16:creationId xmlns:a16="http://schemas.microsoft.com/office/drawing/2014/main" id="{AC5BA17F-08E8-944D-7D39-EA2392659B14}"/>
                </a:ext>
              </a:extLst>
            </p:cNvPr>
            <p:cNvSpPr/>
            <p:nvPr/>
          </p:nvSpPr>
          <p:spPr>
            <a:xfrm>
              <a:off x="541800" y="1539000"/>
              <a:ext cx="100440" cy="113040"/>
            </a:xfrm>
            <a:custGeom>
              <a:avLst/>
              <a:gdLst/>
              <a:ahLst/>
              <a:cxnLst/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>
              <a:noFill/>
            </a:ln>
            <a:effectLst>
              <a:outerShdw blurRad="50760" dist="38160" dir="5400000" algn="t" rotWithShape="0">
                <a:srgbClr val="3378C8">
                  <a:alpha val="4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469" name="TextBox 15">
            <a:extLst>
              <a:ext uri="{FF2B5EF4-FFF2-40B4-BE49-F238E27FC236}">
                <a16:creationId xmlns:a16="http://schemas.microsoft.com/office/drawing/2014/main" id="{CC908A09-E029-EA44-C856-EE4088875D71}"/>
              </a:ext>
            </a:extLst>
          </p:cNvPr>
          <p:cNvSpPr/>
          <p:nvPr/>
        </p:nvSpPr>
        <p:spPr>
          <a:xfrm>
            <a:off x="8312400" y="854280"/>
            <a:ext cx="3502800" cy="72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sz="1400" b="1" strike="noStrike" spc="-1">
                <a:solidFill>
                  <a:srgbClr val="4472C4"/>
                </a:solidFill>
                <a:latin typeface="맑은 고딕"/>
                <a:ea typeface="맑은 고딕"/>
              </a:rPr>
              <a:t>* </a:t>
            </a:r>
            <a:r>
              <a:rPr lang="ko-KR" sz="1400" b="1" strike="noStrike" spc="-100">
                <a:solidFill>
                  <a:srgbClr val="4472C4"/>
                </a:solidFill>
                <a:latin typeface="맑은 고딕"/>
                <a:ea typeface="맑은 고딕"/>
              </a:rPr>
              <a:t>결과 제시 ② 모델 개요</a:t>
            </a:r>
            <a:endParaRPr lang="en-US" sz="1400" b="0" strike="noStrike" spc="-1">
              <a:latin typeface="Noto Sans CJK KR"/>
            </a:endParaRPr>
          </a:p>
          <a:p>
            <a:pPr algn="r">
              <a:lnSpc>
                <a:spcPct val="100000"/>
              </a:lnSpc>
              <a:buNone/>
            </a:pPr>
            <a:endParaRPr lang="en-US" sz="1400" b="0" strike="noStrike" spc="-1">
              <a:latin typeface="Noto Sans CJK KR"/>
            </a:endParaRPr>
          </a:p>
          <a:p>
            <a:pPr algn="r">
              <a:lnSpc>
                <a:spcPct val="100000"/>
              </a:lnSpc>
              <a:buNone/>
            </a:pPr>
            <a:endParaRPr lang="en-US" sz="1400" b="0" strike="noStrike" spc="-1">
              <a:latin typeface="Noto Sans CJK KR"/>
            </a:endParaRPr>
          </a:p>
        </p:txBody>
      </p:sp>
      <p:pic>
        <p:nvPicPr>
          <p:cNvPr id="470" name="그림 34">
            <a:extLst>
              <a:ext uri="{FF2B5EF4-FFF2-40B4-BE49-F238E27FC236}">
                <a16:creationId xmlns:a16="http://schemas.microsoft.com/office/drawing/2014/main" id="{A3D5DA76-C1FC-CDB7-64E8-F28233377845}"/>
              </a:ext>
            </a:extLst>
          </p:cNvPr>
          <p:cNvPicPr/>
          <p:nvPr/>
        </p:nvPicPr>
        <p:blipFill>
          <a:blip r:embed="rId2">
            <a:alphaModFix amt="27000"/>
          </a:blip>
          <a:stretch/>
        </p:blipFill>
        <p:spPr>
          <a:xfrm flipH="1">
            <a:off x="720" y="1917000"/>
            <a:ext cx="12191400" cy="232920"/>
          </a:xfrm>
          <a:prstGeom prst="rect">
            <a:avLst/>
          </a:prstGeom>
          <a:ln w="0">
            <a:noFill/>
          </a:ln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CCF026E-066E-CDC3-54A3-15B570078420}"/>
              </a:ext>
            </a:extLst>
          </p:cNvPr>
          <p:cNvSpPr txBox="1"/>
          <p:nvPr/>
        </p:nvSpPr>
        <p:spPr>
          <a:xfrm>
            <a:off x="898820" y="1406522"/>
            <a:ext cx="60960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000" b="1" dirty="0"/>
              <a:t>Robot Arm(</a:t>
            </a:r>
            <a:r>
              <a:rPr lang="en-US" altLang="ko-KR" sz="2000" b="1" dirty="0" err="1"/>
              <a:t>FMPFlow</a:t>
            </a:r>
            <a:r>
              <a:rPr lang="en-US" altLang="ko-KR" sz="2000" b="1" dirty="0"/>
              <a:t> controller</a:t>
            </a:r>
            <a:r>
              <a:rPr lang="en-US" altLang="ko-KR" b="1" dirty="0"/>
              <a:t> </a:t>
            </a:r>
            <a:r>
              <a:rPr lang="ko-KR" altLang="en-US" b="1" dirty="0"/>
              <a:t>활용</a:t>
            </a:r>
            <a:r>
              <a:rPr lang="en-US" altLang="ko-KR" b="1" dirty="0"/>
              <a:t>)</a:t>
            </a:r>
            <a:endParaRPr lang="ko-KR" alt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7F4D802-F86C-6A49-7DD0-14D339DFBCD3}"/>
              </a:ext>
            </a:extLst>
          </p:cNvPr>
          <p:cNvSpPr txBox="1"/>
          <p:nvPr/>
        </p:nvSpPr>
        <p:spPr>
          <a:xfrm>
            <a:off x="1019274" y="2021866"/>
            <a:ext cx="62963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 dirty="0"/>
              <a:t>로봇 동작</a:t>
            </a:r>
            <a:r>
              <a:rPr lang="en-US" altLang="ko-KR" b="1" dirty="0"/>
              <a:t>(</a:t>
            </a:r>
            <a:r>
              <a:rPr lang="ko-KR" altLang="en-US" b="1" dirty="0"/>
              <a:t>삽입</a:t>
            </a:r>
            <a:r>
              <a:rPr lang="en-US" altLang="ko-KR" b="1" dirty="0"/>
              <a:t>/</a:t>
            </a:r>
            <a:r>
              <a:rPr lang="ko-KR" altLang="en-US" b="1" dirty="0"/>
              <a:t>분리</a:t>
            </a:r>
            <a:r>
              <a:rPr lang="en-US" altLang="ko-KR" b="1" dirty="0"/>
              <a:t>) </a:t>
            </a:r>
            <a:r>
              <a:rPr lang="ko-KR" altLang="en-US" b="1" dirty="0"/>
              <a:t>시뮬레이션 로그</a:t>
            </a:r>
            <a:endParaRPr lang="en-US" altLang="ko-KR" b="1" dirty="0"/>
          </a:p>
        </p:txBody>
      </p:sp>
      <p:sp>
        <p:nvSpPr>
          <p:cNvPr id="3" name="그래픽 43">
            <a:extLst>
              <a:ext uri="{FF2B5EF4-FFF2-40B4-BE49-F238E27FC236}">
                <a16:creationId xmlns:a16="http://schemas.microsoft.com/office/drawing/2014/main" id="{CF553155-5E30-BC14-81DE-0ECBC7BE9546}"/>
              </a:ext>
            </a:extLst>
          </p:cNvPr>
          <p:cNvSpPr/>
          <p:nvPr/>
        </p:nvSpPr>
        <p:spPr>
          <a:xfrm>
            <a:off x="793706" y="2123651"/>
            <a:ext cx="100440" cy="113040"/>
          </a:xfrm>
          <a:custGeom>
            <a:avLst/>
            <a:gdLst/>
            <a:ahLst/>
            <a:cxnLst/>
            <a:rect l="l" t="t" r="r" b="b"/>
            <a:pathLst>
              <a:path w="450214" h="506845">
                <a:moveTo>
                  <a:pt x="428021" y="214932"/>
                </a:moveTo>
                <a:lnTo>
                  <a:pt x="66705" y="6045"/>
                </a:lnTo>
                <a:cubicBezTo>
                  <a:pt x="37072" y="-11108"/>
                  <a:pt x="0" y="10287"/>
                  <a:pt x="0" y="44511"/>
                </a:cubicBezTo>
                <a:lnTo>
                  <a:pt x="0" y="462326"/>
                </a:lnTo>
                <a:cubicBezTo>
                  <a:pt x="0" y="496550"/>
                  <a:pt x="37072" y="517945"/>
                  <a:pt x="66705" y="500812"/>
                </a:cubicBezTo>
                <a:lnTo>
                  <a:pt x="428021" y="291905"/>
                </a:lnTo>
                <a:cubicBezTo>
                  <a:pt x="457613" y="274793"/>
                  <a:pt x="457613" y="232064"/>
                  <a:pt x="428021" y="214932"/>
                </a:cubicBezTo>
                <a:close/>
              </a:path>
            </a:pathLst>
          </a:custGeom>
          <a:solidFill>
            <a:srgbClr val="3378C8"/>
          </a:solidFill>
          <a:ln w="2035">
            <a:noFill/>
          </a:ln>
          <a:effectLst>
            <a:outerShdw blurRad="50760" dist="38160" dir="5400000" algn="t" rotWithShape="0">
              <a:srgbClr val="3378C8">
                <a:alpha val="4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72A10AF-A120-3D78-A969-63F628E27289}"/>
              </a:ext>
            </a:extLst>
          </p:cNvPr>
          <p:cNvSpPr/>
          <p:nvPr/>
        </p:nvSpPr>
        <p:spPr>
          <a:xfrm>
            <a:off x="1097774" y="2504024"/>
            <a:ext cx="3613686" cy="759742"/>
          </a:xfrm>
          <a:prstGeom prst="rect">
            <a:avLst/>
          </a:prstGeom>
          <a:solidFill>
            <a:schemeClr val="lt1">
              <a:alpha val="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altLang="ko-KR" sz="3200" b="1" dirty="0"/>
              <a:t>Pick &amp; Place </a:t>
            </a:r>
            <a:endParaRPr lang="ko-KR" altLang="en-US" sz="3200" b="1" dirty="0"/>
          </a:p>
          <a:p>
            <a:pPr algn="ctr"/>
            <a:r>
              <a:rPr lang="ko-KR" altLang="en-US" b="1" dirty="0"/>
              <a:t>핵심 </a:t>
            </a:r>
            <a:r>
              <a:rPr lang="en-US" altLang="ko-KR" b="1" dirty="0"/>
              <a:t>API:</a:t>
            </a:r>
            <a:r>
              <a:rPr lang="en-US" altLang="ko-KR" dirty="0"/>
              <a:t> </a:t>
            </a:r>
            <a:r>
              <a:rPr lang="en-US" altLang="ko-KR" dirty="0" err="1">
                <a:solidFill>
                  <a:srgbClr val="0070C0"/>
                </a:solidFill>
              </a:rPr>
              <a:t>SurfaceGripper</a:t>
            </a:r>
            <a:endParaRPr lang="en-US" altLang="ko-KR" dirty="0">
              <a:solidFill>
                <a:srgbClr val="0070C0"/>
              </a:solidFill>
            </a:endParaRPr>
          </a:p>
          <a:p>
            <a:pPr algn="ctr"/>
            <a:endParaRPr lang="ko-KR" altLang="en-US" dirty="0"/>
          </a:p>
        </p:txBody>
      </p:sp>
      <p:pic>
        <p:nvPicPr>
          <p:cNvPr id="2050" name="Picture 2" descr="Types Of Robot Grippers And Their Applications | Dorna Robotics">
            <a:extLst>
              <a:ext uri="{FF2B5EF4-FFF2-40B4-BE49-F238E27FC236}">
                <a16:creationId xmlns:a16="http://schemas.microsoft.com/office/drawing/2014/main" id="{CABCA589-0676-35BC-FFB8-DBB8F6A4411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3867" y="4851897"/>
            <a:ext cx="3241500" cy="18457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976F8BE8-2CB6-F07C-E878-FE080BA51804}"/>
              </a:ext>
            </a:extLst>
          </p:cNvPr>
          <p:cNvSpPr/>
          <p:nvPr/>
        </p:nvSpPr>
        <p:spPr>
          <a:xfrm>
            <a:off x="5566826" y="2904480"/>
            <a:ext cx="5953159" cy="3730983"/>
          </a:xfrm>
          <a:prstGeom prst="rect">
            <a:avLst/>
          </a:prstGeom>
          <a:solidFill>
            <a:schemeClr val="lt1">
              <a:alpha val="0"/>
            </a:schemeClr>
          </a:solidFill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t" anchorCtr="1"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/>
              <a:t>핵심 </a:t>
            </a:r>
            <a:r>
              <a:rPr lang="en-US" altLang="ko-KR" b="1" dirty="0"/>
              <a:t>API:</a:t>
            </a:r>
            <a:r>
              <a:rPr lang="en-US" altLang="ko-KR" dirty="0"/>
              <a:t> </a:t>
            </a:r>
          </a:p>
          <a:p>
            <a:r>
              <a:rPr lang="ko-KR" altLang="en-US" b="1" dirty="0"/>
              <a:t>✔ </a:t>
            </a:r>
            <a:r>
              <a:rPr lang="en-US" altLang="ko-KR" b="1" dirty="0" err="1"/>
              <a:t>SurfaceGripper</a:t>
            </a:r>
            <a:endParaRPr lang="en-US" altLang="ko-KR" b="1" dirty="0"/>
          </a:p>
          <a:p>
            <a:r>
              <a:rPr lang="en-US" altLang="ko-KR" dirty="0"/>
              <a:t>Isaac Sim</a:t>
            </a:r>
            <a:r>
              <a:rPr lang="ko-KR" altLang="en-US" dirty="0"/>
              <a:t>에서 지원하는 </a:t>
            </a:r>
            <a:r>
              <a:rPr lang="ko-KR" altLang="en-US" b="1" dirty="0"/>
              <a:t>표면 기반</a:t>
            </a:r>
            <a:r>
              <a:rPr lang="en-US" altLang="ko-KR" b="1" dirty="0"/>
              <a:t>(</a:t>
            </a:r>
            <a:r>
              <a:rPr lang="ko-KR" altLang="en-US" b="1" dirty="0"/>
              <a:t>접착</a:t>
            </a:r>
            <a:r>
              <a:rPr lang="en-US" altLang="ko-KR" b="1" dirty="0"/>
              <a:t>/</a:t>
            </a:r>
            <a:r>
              <a:rPr lang="ko-KR" altLang="en-US" b="1" dirty="0"/>
              <a:t>흡착 형태</a:t>
            </a:r>
            <a:r>
              <a:rPr lang="en-US" altLang="ko-KR" b="1" dirty="0"/>
              <a:t>) </a:t>
            </a:r>
          </a:p>
          <a:p>
            <a:r>
              <a:rPr lang="ko-KR" altLang="en-US" b="1" dirty="0" err="1"/>
              <a:t>그리퍼</a:t>
            </a:r>
            <a:r>
              <a:rPr lang="ko-KR" altLang="en-US" b="1" dirty="0"/>
              <a:t> </a:t>
            </a:r>
            <a:r>
              <a:rPr lang="en-US" altLang="ko-KR" b="1" dirty="0"/>
              <a:t>API</a:t>
            </a:r>
          </a:p>
          <a:p>
            <a:endParaRPr lang="ko-KR" altLang="en-US" dirty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b="1" dirty="0"/>
              <a:t>핵심 기술</a:t>
            </a:r>
            <a:r>
              <a:rPr lang="en-US" altLang="ko-KR" b="1" dirty="0"/>
              <a:t>:</a:t>
            </a:r>
            <a:endParaRPr lang="ko-KR" altLang="en-US" dirty="0"/>
          </a:p>
          <a:p>
            <a:r>
              <a:rPr lang="ko-KR" altLang="en-US" b="1" dirty="0"/>
              <a:t>✔ </a:t>
            </a:r>
            <a:r>
              <a:rPr lang="en-US" altLang="ko-KR" b="1" dirty="0" err="1"/>
              <a:t>RMPFlow</a:t>
            </a:r>
            <a:r>
              <a:rPr lang="en-US" altLang="ko-KR" b="1" dirty="0"/>
              <a:t> – </a:t>
            </a:r>
            <a:r>
              <a:rPr lang="ko-KR" altLang="en-US" b="1" dirty="0"/>
              <a:t>반응형 모션 생성 정책 </a:t>
            </a:r>
            <a:endParaRPr lang="en-US" altLang="ko-KR" b="1" dirty="0"/>
          </a:p>
          <a:p>
            <a:r>
              <a:rPr lang="en-US" altLang="ko-KR" dirty="0"/>
              <a:t>Inverse Kinematics(</a:t>
            </a:r>
            <a:r>
              <a:rPr lang="ko-KR" altLang="en-US" dirty="0"/>
              <a:t>역기구학</a:t>
            </a:r>
            <a:r>
              <a:rPr lang="en-US" altLang="ko-KR" dirty="0"/>
              <a:t>)</a:t>
            </a:r>
          </a:p>
          <a:p>
            <a:r>
              <a:rPr lang="ko-KR" altLang="en-US" dirty="0"/>
              <a:t>목표 </a:t>
            </a:r>
            <a:r>
              <a:rPr lang="en-US" altLang="ko-KR" dirty="0"/>
              <a:t>end-effector-pose =&gt; joint </a:t>
            </a:r>
            <a:r>
              <a:rPr lang="ko-KR" altLang="en-US" dirty="0"/>
              <a:t>자동 계산</a:t>
            </a:r>
            <a:endParaRPr lang="en-US" altLang="ko-KR" dirty="0"/>
          </a:p>
          <a:p>
            <a:r>
              <a:rPr lang="en-US" altLang="ko-KR" dirty="0"/>
              <a:t>UR10</a:t>
            </a:r>
            <a:r>
              <a:rPr lang="ko-KR" altLang="en-US" dirty="0"/>
              <a:t>과 연동</a:t>
            </a:r>
            <a:endParaRPr lang="en-US" altLang="ko-KR" dirty="0"/>
          </a:p>
          <a:p>
            <a:endParaRPr lang="ko-KR" altLang="en-US" b="1" dirty="0"/>
          </a:p>
          <a:p>
            <a:pPr algn="ctr"/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55DD55-9817-A565-67BA-743B9B12DB82}"/>
              </a:ext>
            </a:extLst>
          </p:cNvPr>
          <p:cNvSpPr txBox="1"/>
          <p:nvPr/>
        </p:nvSpPr>
        <p:spPr>
          <a:xfrm>
            <a:off x="1009260" y="3457667"/>
            <a:ext cx="4152020" cy="1200329"/>
          </a:xfrm>
          <a:prstGeom prst="rect">
            <a:avLst/>
          </a:prstGeom>
          <a:noFill/>
          <a:ln>
            <a:noFill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ko-KR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✔ </a:t>
            </a:r>
            <a:r>
              <a:rPr lang="en-US" altLang="ko-K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Pick &amp; Place</a:t>
            </a:r>
          </a:p>
          <a:p>
            <a:r>
              <a:rPr lang="ko-KR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로봇 팔이 물체를 집어</a:t>
            </a:r>
            <a:r>
              <a:rPr lang="en-US" altLang="ko-K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(Pick)</a:t>
            </a:r>
            <a:r>
              <a:rPr lang="ko-KR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다른 위치로 옮겨놓는</a:t>
            </a:r>
            <a:r>
              <a:rPr lang="en-US" altLang="ko-KR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(Place)</a:t>
            </a:r>
            <a:r>
              <a:rPr lang="ko-KR" altLang="en-US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자동화 작업</a:t>
            </a:r>
          </a:p>
          <a:p>
            <a:endParaRPr lang="ko-KR" altLang="en-US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913133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2A3AF-0022-E736-9FA8-9E74C832C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0" name="그룹 2">
            <a:extLst>
              <a:ext uri="{FF2B5EF4-FFF2-40B4-BE49-F238E27FC236}">
                <a16:creationId xmlns:a16="http://schemas.microsoft.com/office/drawing/2014/main" id="{319FA95E-CC48-E0C7-EBFE-C42F09064A93}"/>
              </a:ext>
            </a:extLst>
          </p:cNvPr>
          <p:cNvGrpSpPr/>
          <p:nvPr/>
        </p:nvGrpSpPr>
        <p:grpSpPr>
          <a:xfrm>
            <a:off x="376200" y="333360"/>
            <a:ext cx="5947560" cy="822960"/>
            <a:chOff x="376200" y="333360"/>
            <a:chExt cx="5947560" cy="822960"/>
          </a:xfrm>
        </p:grpSpPr>
        <p:sp>
          <p:nvSpPr>
            <p:cNvPr id="461" name="TextBox 26">
              <a:extLst>
                <a:ext uri="{FF2B5EF4-FFF2-40B4-BE49-F238E27FC236}">
                  <a16:creationId xmlns:a16="http://schemas.microsoft.com/office/drawing/2014/main" id="{CDE92297-5DF3-F7DE-625F-A1E1188A6179}"/>
                </a:ext>
              </a:extLst>
            </p:cNvPr>
            <p:cNvSpPr/>
            <p:nvPr/>
          </p:nvSpPr>
          <p:spPr>
            <a:xfrm>
              <a:off x="1461600" y="366120"/>
              <a:ext cx="2251440" cy="275545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1200" b="1" strike="noStrike" spc="-1">
                  <a:solidFill>
                    <a:srgbClr val="3378C8">
                      <a:alpha val="50000"/>
                    </a:srgbClr>
                  </a:solidFill>
                  <a:latin typeface="맑은 고딕"/>
                  <a:ea typeface="맑은 고딕"/>
                </a:rPr>
                <a:t>K-Digital Training</a:t>
              </a:r>
              <a:endParaRPr lang="en-US" sz="1200" b="1" strike="noStrike" spc="-1">
                <a:latin typeface="Noto Sans CJK KR"/>
              </a:endParaRPr>
            </a:p>
          </p:txBody>
        </p:sp>
        <p:sp>
          <p:nvSpPr>
            <p:cNvPr id="462" name="TextBox 10">
              <a:extLst>
                <a:ext uri="{FF2B5EF4-FFF2-40B4-BE49-F238E27FC236}">
                  <a16:creationId xmlns:a16="http://schemas.microsoft.com/office/drawing/2014/main" id="{74CDE891-FBFA-39C3-B1E9-DA8F32B02AFD}"/>
                </a:ext>
              </a:extLst>
            </p:cNvPr>
            <p:cNvSpPr/>
            <p:nvPr/>
          </p:nvSpPr>
          <p:spPr>
            <a:xfrm>
              <a:off x="1461600" y="585000"/>
              <a:ext cx="4862160" cy="521766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ko-KR" sz="2800" b="1" strike="noStrike" spc="-1">
                  <a:solidFill>
                    <a:srgbClr val="404040"/>
                  </a:solidFill>
                  <a:latin typeface="맑은 고딕"/>
                  <a:ea typeface="맑은 고딕"/>
                </a:rPr>
                <a:t>프로젝트 수행 경과</a:t>
              </a:r>
              <a:endParaRPr lang="en-US" sz="2800" b="1" strike="noStrike" spc="-1">
                <a:latin typeface="Noto Sans CJK KR"/>
              </a:endParaRPr>
            </a:p>
          </p:txBody>
        </p:sp>
        <p:sp>
          <p:nvSpPr>
            <p:cNvPr id="463" name="TextBox 12">
              <a:extLst>
                <a:ext uri="{FF2B5EF4-FFF2-40B4-BE49-F238E27FC236}">
                  <a16:creationId xmlns:a16="http://schemas.microsoft.com/office/drawing/2014/main" id="{13C6F11E-970E-0B0F-2FF6-AF19ECBFB80B}"/>
                </a:ext>
              </a:extLst>
            </p:cNvPr>
            <p:cNvSpPr/>
            <p:nvPr/>
          </p:nvSpPr>
          <p:spPr>
            <a:xfrm>
              <a:off x="376200" y="333360"/>
              <a:ext cx="1266120" cy="82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0" rIns="90000" bIns="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5400" b="1" strike="noStrike" spc="-1">
                  <a:solidFill>
                    <a:srgbClr val="3378C8"/>
                  </a:solidFill>
                  <a:latin typeface="세방고딕 Bold"/>
                  <a:ea typeface="세방고딕 Bold"/>
                </a:rPr>
                <a:t>04</a:t>
              </a:r>
              <a:endParaRPr lang="en-US" sz="5400" b="1" strike="noStrike" spc="-1">
                <a:latin typeface="Noto Sans CJK KR"/>
              </a:endParaRPr>
            </a:p>
          </p:txBody>
        </p:sp>
      </p:grpSp>
      <p:sp>
        <p:nvSpPr>
          <p:cNvPr id="464" name="TextBox 1">
            <a:extLst>
              <a:ext uri="{FF2B5EF4-FFF2-40B4-BE49-F238E27FC236}">
                <a16:creationId xmlns:a16="http://schemas.microsoft.com/office/drawing/2014/main" id="{3FCED973-9654-3275-C9C9-E68A270D3FAB}"/>
              </a:ext>
            </a:extLst>
          </p:cNvPr>
          <p:cNvSpPr/>
          <p:nvPr/>
        </p:nvSpPr>
        <p:spPr>
          <a:xfrm>
            <a:off x="0" y="0"/>
            <a:ext cx="12191400" cy="113760"/>
          </a:xfrm>
          <a:prstGeom prst="rect">
            <a:avLst/>
          </a:prstGeom>
          <a:solidFill>
            <a:srgbClr val="FFD8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65" name="TextBox 3">
            <a:extLst>
              <a:ext uri="{FF2B5EF4-FFF2-40B4-BE49-F238E27FC236}">
                <a16:creationId xmlns:a16="http://schemas.microsoft.com/office/drawing/2014/main" id="{70A7278E-C4BC-CCA8-CA03-30C36971B14D}"/>
              </a:ext>
            </a:extLst>
          </p:cNvPr>
          <p:cNvSpPr/>
          <p:nvPr/>
        </p:nvSpPr>
        <p:spPr>
          <a:xfrm>
            <a:off x="0" y="0"/>
            <a:ext cx="1335960" cy="113760"/>
          </a:xfrm>
          <a:prstGeom prst="rect">
            <a:avLst/>
          </a:prstGeom>
          <a:solidFill>
            <a:srgbClr val="3378C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466" name="그룹 13">
            <a:extLst>
              <a:ext uri="{FF2B5EF4-FFF2-40B4-BE49-F238E27FC236}">
                <a16:creationId xmlns:a16="http://schemas.microsoft.com/office/drawing/2014/main" id="{A7772754-C965-FAC4-C39C-064491C0EEC8}"/>
              </a:ext>
            </a:extLst>
          </p:cNvPr>
          <p:cNvGrpSpPr/>
          <p:nvPr/>
        </p:nvGrpSpPr>
        <p:grpSpPr>
          <a:xfrm>
            <a:off x="541800" y="1430280"/>
            <a:ext cx="10525680" cy="644877"/>
            <a:chOff x="541800" y="1430280"/>
            <a:chExt cx="10525680" cy="644877"/>
          </a:xfrm>
        </p:grpSpPr>
        <p:sp>
          <p:nvSpPr>
            <p:cNvPr id="467" name="TextBox 23">
              <a:extLst>
                <a:ext uri="{FF2B5EF4-FFF2-40B4-BE49-F238E27FC236}">
                  <a16:creationId xmlns:a16="http://schemas.microsoft.com/office/drawing/2014/main" id="{5C46C34E-A9E1-A7F0-71BC-756347977E35}"/>
                </a:ext>
              </a:extLst>
            </p:cNvPr>
            <p:cNvSpPr/>
            <p:nvPr/>
          </p:nvSpPr>
          <p:spPr>
            <a:xfrm>
              <a:off x="743760" y="1430280"/>
              <a:ext cx="10323720" cy="644877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r>
                <a:rPr lang="ko-KR" altLang="en-US" b="1" dirty="0"/>
                <a:t>프로세스 </a:t>
              </a:r>
              <a:r>
                <a:rPr lang="en-US" altLang="ko-KR" b="1" dirty="0"/>
                <a:t>(1): </a:t>
              </a:r>
              <a:r>
                <a:rPr lang="ko-KR" altLang="en-US" b="1" dirty="0"/>
                <a:t>가상 환경 구성 및 시뮬레이션 실행</a:t>
              </a:r>
            </a:p>
            <a:p>
              <a:pPr>
                <a:lnSpc>
                  <a:spcPct val="100000"/>
                </a:lnSpc>
                <a:buNone/>
                <a:tabLst>
                  <a:tab pos="0" algn="l"/>
                </a:tabLst>
              </a:pPr>
              <a:endParaRPr lang="en-US" sz="1800" b="1" strike="noStrike" spc="-1" dirty="0">
                <a:latin typeface="Noto Sans CJK KR"/>
              </a:endParaRPr>
            </a:p>
          </p:txBody>
        </p:sp>
        <p:sp>
          <p:nvSpPr>
            <p:cNvPr id="468" name="그래픽 43">
              <a:extLst>
                <a:ext uri="{FF2B5EF4-FFF2-40B4-BE49-F238E27FC236}">
                  <a16:creationId xmlns:a16="http://schemas.microsoft.com/office/drawing/2014/main" id="{03E26278-F78E-1DA8-F6A8-5E5059D40EB5}"/>
                </a:ext>
              </a:extLst>
            </p:cNvPr>
            <p:cNvSpPr/>
            <p:nvPr/>
          </p:nvSpPr>
          <p:spPr>
            <a:xfrm>
              <a:off x="541800" y="1539000"/>
              <a:ext cx="100440" cy="113040"/>
            </a:xfrm>
            <a:custGeom>
              <a:avLst/>
              <a:gdLst/>
              <a:ahLst/>
              <a:cxnLst/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>
              <a:noFill/>
            </a:ln>
            <a:effectLst>
              <a:outerShdw blurRad="50760" dist="38160" dir="5400000" algn="t" rotWithShape="0">
                <a:srgbClr val="3378C8">
                  <a:alpha val="4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469" name="TextBox 15">
            <a:extLst>
              <a:ext uri="{FF2B5EF4-FFF2-40B4-BE49-F238E27FC236}">
                <a16:creationId xmlns:a16="http://schemas.microsoft.com/office/drawing/2014/main" id="{34DF17E1-EA84-FA62-57AD-9719D1243C09}"/>
              </a:ext>
            </a:extLst>
          </p:cNvPr>
          <p:cNvSpPr/>
          <p:nvPr/>
        </p:nvSpPr>
        <p:spPr>
          <a:xfrm>
            <a:off x="8312400" y="854280"/>
            <a:ext cx="3502800" cy="7372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sz="1400" b="1" strike="noStrike" spc="-1">
                <a:solidFill>
                  <a:srgbClr val="4472C4"/>
                </a:solidFill>
                <a:latin typeface="맑은 고딕"/>
                <a:ea typeface="맑은 고딕"/>
              </a:rPr>
              <a:t>* </a:t>
            </a:r>
            <a:r>
              <a:rPr lang="ko-KR" sz="1400" b="1" strike="noStrike" spc="-100">
                <a:solidFill>
                  <a:srgbClr val="4472C4"/>
                </a:solidFill>
                <a:latin typeface="맑은 고딕"/>
                <a:ea typeface="맑은 고딕"/>
              </a:rPr>
              <a:t>결과 제시 ② 모델 개요</a:t>
            </a:r>
            <a:endParaRPr lang="en-US" sz="1400" b="1" strike="noStrike" spc="-1">
              <a:latin typeface="Noto Sans CJK KR"/>
            </a:endParaRPr>
          </a:p>
          <a:p>
            <a:pPr algn="r">
              <a:lnSpc>
                <a:spcPct val="100000"/>
              </a:lnSpc>
              <a:buNone/>
            </a:pPr>
            <a:endParaRPr lang="en-US" sz="1400" b="1" strike="noStrike" spc="-1">
              <a:latin typeface="Noto Sans CJK KR"/>
            </a:endParaRPr>
          </a:p>
          <a:p>
            <a:pPr algn="r">
              <a:lnSpc>
                <a:spcPct val="100000"/>
              </a:lnSpc>
              <a:buNone/>
            </a:pPr>
            <a:endParaRPr lang="en-US" sz="1400" b="1" strike="noStrike" spc="-1">
              <a:latin typeface="Noto Sans CJK KR"/>
            </a:endParaRPr>
          </a:p>
        </p:txBody>
      </p:sp>
      <p:pic>
        <p:nvPicPr>
          <p:cNvPr id="470" name="그림 34">
            <a:extLst>
              <a:ext uri="{FF2B5EF4-FFF2-40B4-BE49-F238E27FC236}">
                <a16:creationId xmlns:a16="http://schemas.microsoft.com/office/drawing/2014/main" id="{A7493BDE-22D0-0618-C7E4-153BA27F9584}"/>
              </a:ext>
            </a:extLst>
          </p:cNvPr>
          <p:cNvPicPr/>
          <p:nvPr/>
        </p:nvPicPr>
        <p:blipFill>
          <a:blip r:embed="rId2">
            <a:alphaModFix amt="27000"/>
          </a:blip>
          <a:stretch/>
        </p:blipFill>
        <p:spPr>
          <a:xfrm flipH="1">
            <a:off x="720" y="1917000"/>
            <a:ext cx="12191400" cy="232920"/>
          </a:xfrm>
          <a:prstGeom prst="rect">
            <a:avLst/>
          </a:prstGeom>
          <a:ln w="0">
            <a:noFill/>
          </a:ln>
        </p:spPr>
      </p:pic>
      <p:sp>
        <p:nvSpPr>
          <p:cNvPr id="4" name="TextBox 23">
            <a:extLst>
              <a:ext uri="{FF2B5EF4-FFF2-40B4-BE49-F238E27FC236}">
                <a16:creationId xmlns:a16="http://schemas.microsoft.com/office/drawing/2014/main" id="{624B3F90-F71C-5D92-9AD5-2B5D5D8D017D}"/>
              </a:ext>
            </a:extLst>
          </p:cNvPr>
          <p:cNvSpPr/>
          <p:nvPr/>
        </p:nvSpPr>
        <p:spPr>
          <a:xfrm>
            <a:off x="896160" y="2904482"/>
            <a:ext cx="10323720" cy="36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lang="en-US" sz="1800" b="1" strike="noStrike" spc="-1" dirty="0">
              <a:latin typeface="Noto Sans CJK KR"/>
            </a:endParaRPr>
          </a:p>
        </p:txBody>
      </p:sp>
      <p:graphicFrame>
        <p:nvGraphicFramePr>
          <p:cNvPr id="14" name="다이어그램 13">
            <a:extLst>
              <a:ext uri="{FF2B5EF4-FFF2-40B4-BE49-F238E27FC236}">
                <a16:creationId xmlns:a16="http://schemas.microsoft.com/office/drawing/2014/main" id="{6DDBF467-4D42-3F15-8E91-7002A2CC2BC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511364300"/>
              </p:ext>
            </p:extLst>
          </p:nvPr>
        </p:nvGraphicFramePr>
        <p:xfrm>
          <a:off x="1585150" y="2299780"/>
          <a:ext cx="9041140" cy="444409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28" name="Picture 4" descr="Isaac Sim ML Training | NVIDIA NGC">
            <a:extLst>
              <a:ext uri="{FF2B5EF4-FFF2-40B4-BE49-F238E27FC236}">
                <a16:creationId xmlns:a16="http://schemas.microsoft.com/office/drawing/2014/main" id="{E3E96C1B-0EA4-C3CF-56DA-642A9F4686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97300" y="3571755"/>
            <a:ext cx="3416839" cy="19235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주유건 모음 - GY한빛테크">
            <a:extLst>
              <a:ext uri="{FF2B5EF4-FFF2-40B4-BE49-F238E27FC236}">
                <a16:creationId xmlns:a16="http://schemas.microsoft.com/office/drawing/2014/main" id="{B643BDBD-29A4-75D8-0F4A-73F2A8280D6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8249" y="5484751"/>
            <a:ext cx="975501" cy="9755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DA58BAAB-5B4E-AB69-BF8F-7B682E95FB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03642" y="3908848"/>
            <a:ext cx="1417516" cy="12493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Universal Robots UR10e - Ripipsa">
            <a:extLst>
              <a:ext uri="{FF2B5EF4-FFF2-40B4-BE49-F238E27FC236}">
                <a16:creationId xmlns:a16="http://schemas.microsoft.com/office/drawing/2014/main" id="{BC9DAEF9-F5F0-D4A1-8AA2-A09C64D1EC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90281" y="3772904"/>
            <a:ext cx="1422510" cy="13853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A5FBA66-ABB2-9D5E-C69A-A9D9B7C9D91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310748" y="2465372"/>
            <a:ext cx="1589941" cy="8922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8443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A5DBE3-9E62-945E-78B9-CBE16F0A7E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사각형: 둥근 한쪽 모서리 38">
            <a:extLst>
              <a:ext uri="{FF2B5EF4-FFF2-40B4-BE49-F238E27FC236}">
                <a16:creationId xmlns:a16="http://schemas.microsoft.com/office/drawing/2014/main" id="{456152E4-9A0F-A532-DB8C-24BDB0805816}"/>
              </a:ext>
            </a:extLst>
          </p:cNvPr>
          <p:cNvSpPr/>
          <p:nvPr/>
        </p:nvSpPr>
        <p:spPr>
          <a:xfrm flipH="1" flipV="1">
            <a:off x="172800" y="69840"/>
            <a:ext cx="12017160" cy="122040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460" name="그룹 2">
            <a:extLst>
              <a:ext uri="{FF2B5EF4-FFF2-40B4-BE49-F238E27FC236}">
                <a16:creationId xmlns:a16="http://schemas.microsoft.com/office/drawing/2014/main" id="{C8284609-27F9-58A8-6653-87BB2A9DE612}"/>
              </a:ext>
            </a:extLst>
          </p:cNvPr>
          <p:cNvGrpSpPr/>
          <p:nvPr/>
        </p:nvGrpSpPr>
        <p:grpSpPr>
          <a:xfrm>
            <a:off x="376200" y="333360"/>
            <a:ext cx="5947560" cy="822960"/>
            <a:chOff x="376200" y="333360"/>
            <a:chExt cx="5947560" cy="822960"/>
          </a:xfrm>
        </p:grpSpPr>
        <p:sp>
          <p:nvSpPr>
            <p:cNvPr id="461" name="TextBox 26">
              <a:extLst>
                <a:ext uri="{FF2B5EF4-FFF2-40B4-BE49-F238E27FC236}">
                  <a16:creationId xmlns:a16="http://schemas.microsoft.com/office/drawing/2014/main" id="{1A0248C6-FCF8-7E36-5292-2D5B36426CC1}"/>
                </a:ext>
              </a:extLst>
            </p:cNvPr>
            <p:cNvSpPr/>
            <p:nvPr/>
          </p:nvSpPr>
          <p:spPr>
            <a:xfrm>
              <a:off x="1461600" y="366120"/>
              <a:ext cx="225144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1200" b="1" strike="noStrike" spc="-1">
                  <a:solidFill>
                    <a:srgbClr val="3378C8">
                      <a:alpha val="50000"/>
                    </a:srgbClr>
                  </a:solidFill>
                  <a:latin typeface="맑은 고딕"/>
                  <a:ea typeface="맑은 고딕"/>
                </a:rPr>
                <a:t>K-Digital Training</a:t>
              </a:r>
              <a:endParaRPr lang="en-US" sz="1200" b="0" strike="noStrike" spc="-1">
                <a:latin typeface="Noto Sans CJK KR"/>
              </a:endParaRPr>
            </a:p>
          </p:txBody>
        </p:sp>
        <p:sp>
          <p:nvSpPr>
            <p:cNvPr id="462" name="TextBox 10">
              <a:extLst>
                <a:ext uri="{FF2B5EF4-FFF2-40B4-BE49-F238E27FC236}">
                  <a16:creationId xmlns:a16="http://schemas.microsoft.com/office/drawing/2014/main" id="{58B1686E-8B1D-FBC3-EF02-062278D8DD86}"/>
                </a:ext>
              </a:extLst>
            </p:cNvPr>
            <p:cNvSpPr/>
            <p:nvPr/>
          </p:nvSpPr>
          <p:spPr>
            <a:xfrm>
              <a:off x="1461600" y="585000"/>
              <a:ext cx="4862160" cy="516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ko-KR" sz="2800" b="1" strike="noStrike" spc="-1">
                  <a:solidFill>
                    <a:srgbClr val="404040"/>
                  </a:solidFill>
                  <a:latin typeface="맑은 고딕"/>
                  <a:ea typeface="맑은 고딕"/>
                </a:rPr>
                <a:t>프로젝트 수행 경과</a:t>
              </a:r>
              <a:endParaRPr lang="en-US" sz="2800" b="0" strike="noStrike" spc="-1">
                <a:latin typeface="Noto Sans CJK KR"/>
              </a:endParaRPr>
            </a:p>
          </p:txBody>
        </p:sp>
        <p:sp>
          <p:nvSpPr>
            <p:cNvPr id="463" name="TextBox 12">
              <a:extLst>
                <a:ext uri="{FF2B5EF4-FFF2-40B4-BE49-F238E27FC236}">
                  <a16:creationId xmlns:a16="http://schemas.microsoft.com/office/drawing/2014/main" id="{4194C8CB-B663-8772-C515-4A4DA0353958}"/>
                </a:ext>
              </a:extLst>
            </p:cNvPr>
            <p:cNvSpPr/>
            <p:nvPr/>
          </p:nvSpPr>
          <p:spPr>
            <a:xfrm>
              <a:off x="376200" y="333360"/>
              <a:ext cx="1266120" cy="82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0" rIns="90000" bIns="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5400" b="0" strike="noStrike" spc="-1">
                  <a:solidFill>
                    <a:srgbClr val="3378C8"/>
                  </a:solidFill>
                  <a:latin typeface="세방고딕 Bold"/>
                  <a:ea typeface="세방고딕 Bold"/>
                </a:rPr>
                <a:t>04</a:t>
              </a:r>
              <a:endParaRPr lang="en-US" sz="5400" b="0" strike="noStrike" spc="-1">
                <a:latin typeface="Noto Sans CJK KR"/>
              </a:endParaRPr>
            </a:p>
          </p:txBody>
        </p:sp>
      </p:grpSp>
      <p:sp>
        <p:nvSpPr>
          <p:cNvPr id="464" name="TextBox 1">
            <a:extLst>
              <a:ext uri="{FF2B5EF4-FFF2-40B4-BE49-F238E27FC236}">
                <a16:creationId xmlns:a16="http://schemas.microsoft.com/office/drawing/2014/main" id="{C14CC4D5-521F-E3F8-3798-85D9E943A015}"/>
              </a:ext>
            </a:extLst>
          </p:cNvPr>
          <p:cNvSpPr/>
          <p:nvPr/>
        </p:nvSpPr>
        <p:spPr>
          <a:xfrm>
            <a:off x="0" y="0"/>
            <a:ext cx="12191400" cy="113760"/>
          </a:xfrm>
          <a:prstGeom prst="rect">
            <a:avLst/>
          </a:prstGeom>
          <a:solidFill>
            <a:srgbClr val="FFD8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65" name="TextBox 3">
            <a:extLst>
              <a:ext uri="{FF2B5EF4-FFF2-40B4-BE49-F238E27FC236}">
                <a16:creationId xmlns:a16="http://schemas.microsoft.com/office/drawing/2014/main" id="{643EF831-0B51-39C2-4C88-A47CDC64CBE8}"/>
              </a:ext>
            </a:extLst>
          </p:cNvPr>
          <p:cNvSpPr/>
          <p:nvPr/>
        </p:nvSpPr>
        <p:spPr>
          <a:xfrm>
            <a:off x="0" y="0"/>
            <a:ext cx="1335960" cy="113760"/>
          </a:xfrm>
          <a:prstGeom prst="rect">
            <a:avLst/>
          </a:prstGeom>
          <a:solidFill>
            <a:srgbClr val="3378C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466" name="그룹 13">
            <a:extLst>
              <a:ext uri="{FF2B5EF4-FFF2-40B4-BE49-F238E27FC236}">
                <a16:creationId xmlns:a16="http://schemas.microsoft.com/office/drawing/2014/main" id="{0FAA4B89-50D4-EC37-2667-831A54B6F6E8}"/>
              </a:ext>
            </a:extLst>
          </p:cNvPr>
          <p:cNvGrpSpPr/>
          <p:nvPr/>
        </p:nvGrpSpPr>
        <p:grpSpPr>
          <a:xfrm>
            <a:off x="541800" y="1430280"/>
            <a:ext cx="10525680" cy="675654"/>
            <a:chOff x="541800" y="1430280"/>
            <a:chExt cx="10525680" cy="675654"/>
          </a:xfrm>
        </p:grpSpPr>
        <p:sp>
          <p:nvSpPr>
            <p:cNvPr id="467" name="TextBox 23">
              <a:extLst>
                <a:ext uri="{FF2B5EF4-FFF2-40B4-BE49-F238E27FC236}">
                  <a16:creationId xmlns:a16="http://schemas.microsoft.com/office/drawing/2014/main" id="{5C4C1F89-4039-E90D-6B75-EFBDCE340FEE}"/>
                </a:ext>
              </a:extLst>
            </p:cNvPr>
            <p:cNvSpPr/>
            <p:nvPr/>
          </p:nvSpPr>
          <p:spPr>
            <a:xfrm>
              <a:off x="743760" y="1430280"/>
              <a:ext cx="10323720" cy="675654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r>
                <a:rPr lang="ko-KR" altLang="en-US" sz="2000" b="1" dirty="0"/>
                <a:t>프로세스 </a:t>
              </a:r>
              <a:r>
                <a:rPr lang="en-US" altLang="ko-KR" sz="2000" b="1" dirty="0"/>
                <a:t>(2): QR </a:t>
              </a:r>
              <a:r>
                <a:rPr lang="ko-KR" altLang="en-US" sz="2000" b="1" dirty="0"/>
                <a:t>인증 및 주유 정보 인식</a:t>
              </a:r>
            </a:p>
            <a:p>
              <a:pPr>
                <a:lnSpc>
                  <a:spcPct val="100000"/>
                </a:lnSpc>
                <a:buNone/>
                <a:tabLst>
                  <a:tab pos="0" algn="l"/>
                </a:tabLst>
              </a:pPr>
              <a:endParaRPr lang="en-US" sz="1800" b="0" strike="noStrike" spc="-1" dirty="0">
                <a:latin typeface="Noto Sans CJK KR"/>
              </a:endParaRPr>
            </a:p>
          </p:txBody>
        </p:sp>
        <p:sp>
          <p:nvSpPr>
            <p:cNvPr id="468" name="그래픽 43">
              <a:extLst>
                <a:ext uri="{FF2B5EF4-FFF2-40B4-BE49-F238E27FC236}">
                  <a16:creationId xmlns:a16="http://schemas.microsoft.com/office/drawing/2014/main" id="{0FEDDD38-A92D-4BEF-3479-39D3C25689AD}"/>
                </a:ext>
              </a:extLst>
            </p:cNvPr>
            <p:cNvSpPr/>
            <p:nvPr/>
          </p:nvSpPr>
          <p:spPr>
            <a:xfrm>
              <a:off x="541800" y="1539000"/>
              <a:ext cx="100440" cy="113040"/>
            </a:xfrm>
            <a:custGeom>
              <a:avLst/>
              <a:gdLst/>
              <a:ahLst/>
              <a:cxnLst/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>
              <a:noFill/>
            </a:ln>
            <a:effectLst>
              <a:outerShdw blurRad="50760" dist="38160" dir="5400000" algn="t" rotWithShape="0">
                <a:srgbClr val="3378C8">
                  <a:alpha val="4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469" name="TextBox 15">
            <a:extLst>
              <a:ext uri="{FF2B5EF4-FFF2-40B4-BE49-F238E27FC236}">
                <a16:creationId xmlns:a16="http://schemas.microsoft.com/office/drawing/2014/main" id="{234B7542-04EA-2D7D-AE7E-B1FE3C8357F2}"/>
              </a:ext>
            </a:extLst>
          </p:cNvPr>
          <p:cNvSpPr/>
          <p:nvPr/>
        </p:nvSpPr>
        <p:spPr>
          <a:xfrm>
            <a:off x="8312400" y="854280"/>
            <a:ext cx="3502800" cy="72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sz="1400" b="1" strike="noStrike" spc="-1">
                <a:solidFill>
                  <a:srgbClr val="4472C4"/>
                </a:solidFill>
                <a:latin typeface="맑은 고딕"/>
                <a:ea typeface="맑은 고딕"/>
              </a:rPr>
              <a:t>* </a:t>
            </a:r>
            <a:r>
              <a:rPr lang="ko-KR" sz="1400" b="1" strike="noStrike" spc="-100">
                <a:solidFill>
                  <a:srgbClr val="4472C4"/>
                </a:solidFill>
                <a:latin typeface="맑은 고딕"/>
                <a:ea typeface="맑은 고딕"/>
              </a:rPr>
              <a:t>결과 제시 ② 모델 개요</a:t>
            </a:r>
            <a:endParaRPr lang="en-US" sz="1400" b="0" strike="noStrike" spc="-1">
              <a:latin typeface="Noto Sans CJK KR"/>
            </a:endParaRPr>
          </a:p>
          <a:p>
            <a:pPr algn="r">
              <a:lnSpc>
                <a:spcPct val="100000"/>
              </a:lnSpc>
              <a:buNone/>
            </a:pPr>
            <a:endParaRPr lang="en-US" sz="1400" b="0" strike="noStrike" spc="-1">
              <a:latin typeface="Noto Sans CJK KR"/>
            </a:endParaRPr>
          </a:p>
          <a:p>
            <a:pPr algn="r">
              <a:lnSpc>
                <a:spcPct val="100000"/>
              </a:lnSpc>
              <a:buNone/>
            </a:pPr>
            <a:endParaRPr lang="en-US" sz="1400" b="0" strike="noStrike" spc="-1">
              <a:latin typeface="Noto Sans CJK KR"/>
            </a:endParaRPr>
          </a:p>
        </p:txBody>
      </p:sp>
      <p:pic>
        <p:nvPicPr>
          <p:cNvPr id="470" name="그림 34">
            <a:extLst>
              <a:ext uri="{FF2B5EF4-FFF2-40B4-BE49-F238E27FC236}">
                <a16:creationId xmlns:a16="http://schemas.microsoft.com/office/drawing/2014/main" id="{E60B8435-2835-4028-BB7D-BB01713F4166}"/>
              </a:ext>
            </a:extLst>
          </p:cNvPr>
          <p:cNvPicPr/>
          <p:nvPr/>
        </p:nvPicPr>
        <p:blipFill>
          <a:blip r:embed="rId2">
            <a:alphaModFix amt="27000"/>
          </a:blip>
          <a:stretch/>
        </p:blipFill>
        <p:spPr>
          <a:xfrm flipH="1">
            <a:off x="720" y="1917000"/>
            <a:ext cx="12191400" cy="232920"/>
          </a:xfrm>
          <a:prstGeom prst="rect">
            <a:avLst/>
          </a:prstGeom>
          <a:ln w="0">
            <a:noFill/>
          </a:ln>
        </p:spPr>
      </p:pic>
      <p:sp>
        <p:nvSpPr>
          <p:cNvPr id="4" name="TextBox 23">
            <a:extLst>
              <a:ext uri="{FF2B5EF4-FFF2-40B4-BE49-F238E27FC236}">
                <a16:creationId xmlns:a16="http://schemas.microsoft.com/office/drawing/2014/main" id="{2CC346A0-3D69-3D69-C561-84B0AC18AC45}"/>
              </a:ext>
            </a:extLst>
          </p:cNvPr>
          <p:cNvSpPr/>
          <p:nvPr/>
        </p:nvSpPr>
        <p:spPr>
          <a:xfrm>
            <a:off x="896160" y="2904482"/>
            <a:ext cx="10323720" cy="36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lang="en-US" sz="1800" b="0" strike="noStrike" spc="-1" dirty="0">
              <a:latin typeface="Noto Sans CJK KR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7B107A2-CDF4-96BE-3EF2-0B70411DD301}"/>
              </a:ext>
            </a:extLst>
          </p:cNvPr>
          <p:cNvSpPr txBox="1"/>
          <p:nvPr/>
        </p:nvSpPr>
        <p:spPr>
          <a:xfrm>
            <a:off x="1258725" y="2483640"/>
            <a:ext cx="498358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/>
              <a:t>[QR </a:t>
            </a:r>
            <a:r>
              <a:rPr lang="ko-KR" altLang="en-US" sz="2000" b="1" dirty="0"/>
              <a:t>코드 스캔</a:t>
            </a:r>
            <a:r>
              <a:rPr lang="en-US" altLang="ko-KR" sz="2000" b="1" dirty="0"/>
              <a:t>]</a:t>
            </a:r>
            <a:br>
              <a:rPr lang="ko-KR" altLang="en-US" dirty="0"/>
            </a:br>
            <a:r>
              <a:rPr lang="ko-KR" altLang="en-US" dirty="0"/>
              <a:t>차량이 정차하면</a:t>
            </a:r>
            <a:r>
              <a:rPr lang="en-US" altLang="ko-KR" dirty="0"/>
              <a:t>, </a:t>
            </a:r>
            <a:r>
              <a:rPr lang="ko-KR" altLang="en-US" dirty="0"/>
              <a:t>별도의 카메라 센서가 차량의 </a:t>
            </a:r>
            <a:r>
              <a:rPr lang="en-US" altLang="ko-KR" dirty="0"/>
              <a:t>QR </a:t>
            </a:r>
            <a:r>
              <a:rPr lang="ko-KR" altLang="en-US" dirty="0"/>
              <a:t>코드를 스캔하여 인증을 시도합니다</a:t>
            </a:r>
            <a:r>
              <a:rPr lang="en-US" altLang="ko-KR" dirty="0"/>
              <a:t>.</a:t>
            </a:r>
          </a:p>
          <a:p>
            <a:endParaRPr lang="en-US" altLang="ko-KR" b="1" dirty="0"/>
          </a:p>
          <a:p>
            <a:r>
              <a:rPr lang="en-US" altLang="ko-KR" sz="2000" b="1" dirty="0"/>
              <a:t>[</a:t>
            </a:r>
            <a:r>
              <a:rPr lang="ko-KR" altLang="en-US" sz="2000" b="1" dirty="0"/>
              <a:t>정보 자동 인식</a:t>
            </a:r>
            <a:r>
              <a:rPr lang="en-US" altLang="ko-KR" sz="2000" b="1" dirty="0"/>
              <a:t>]</a:t>
            </a:r>
            <a:br>
              <a:rPr lang="ko-KR" altLang="en-US" dirty="0"/>
            </a:br>
            <a:r>
              <a:rPr lang="en-US" altLang="ko-KR" dirty="0"/>
              <a:t>QR </a:t>
            </a:r>
            <a:r>
              <a:rPr lang="ko-KR" altLang="en-US" dirty="0"/>
              <a:t>코드에서 </a:t>
            </a:r>
            <a:r>
              <a:rPr lang="ko-KR" altLang="en-US" b="1" dirty="0"/>
              <a:t> 연료 종류</a:t>
            </a:r>
            <a:r>
              <a:rPr lang="en-US" altLang="ko-KR" b="1" dirty="0"/>
              <a:t>(</a:t>
            </a:r>
            <a:r>
              <a:rPr lang="ko-KR" altLang="en-US" b="1" dirty="0"/>
              <a:t>휘발유</a:t>
            </a:r>
            <a:r>
              <a:rPr lang="en-US" altLang="ko-KR" b="1" dirty="0"/>
              <a:t>/</a:t>
            </a:r>
            <a:r>
              <a:rPr lang="ko-KR" altLang="en-US" b="1" dirty="0"/>
              <a:t>경유</a:t>
            </a:r>
            <a:r>
              <a:rPr lang="en-US" altLang="ko-KR" b="1" dirty="0"/>
              <a:t>),</a:t>
            </a:r>
          </a:p>
          <a:p>
            <a:r>
              <a:rPr lang="en-US" altLang="ko-KR" b="1" dirty="0"/>
              <a:t> </a:t>
            </a:r>
            <a:r>
              <a:rPr lang="ko-KR" altLang="en-US" b="1" dirty="0" err="1"/>
              <a:t>주유구</a:t>
            </a:r>
            <a:r>
              <a:rPr lang="ko-KR" altLang="en-US" b="1" dirty="0"/>
              <a:t> 위치 </a:t>
            </a:r>
            <a:r>
              <a:rPr lang="ko-KR" altLang="en-US" dirty="0"/>
              <a:t>정보를 디코딩합니다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sz="2000" b="1" dirty="0"/>
              <a:t>[</a:t>
            </a:r>
            <a:r>
              <a:rPr lang="ko-KR" altLang="en-US" sz="2000" b="1" dirty="0"/>
              <a:t>작업 명령 전달</a:t>
            </a:r>
            <a:r>
              <a:rPr lang="en-US" altLang="ko-KR" sz="2000" b="1" dirty="0"/>
              <a:t>]</a:t>
            </a:r>
            <a:br>
              <a:rPr lang="ko-KR" altLang="en-US" dirty="0"/>
            </a:br>
            <a:r>
              <a:rPr lang="ko-KR" altLang="en-US" dirty="0"/>
              <a:t>인식된 정보를 </a:t>
            </a:r>
            <a:r>
              <a:rPr lang="en-US" altLang="ko-KR" dirty="0"/>
              <a:t>ROS 2 </a:t>
            </a:r>
            <a:r>
              <a:rPr lang="ko-KR" altLang="en-US" dirty="0" err="1"/>
              <a:t>제어노드로</a:t>
            </a:r>
            <a:r>
              <a:rPr lang="ko-KR" altLang="en-US" dirty="0"/>
              <a:t> </a:t>
            </a:r>
            <a:endParaRPr lang="en-US" altLang="ko-KR" dirty="0"/>
          </a:p>
          <a:p>
            <a:r>
              <a:rPr lang="ko-KR" altLang="en-US" dirty="0"/>
              <a:t>전달하여 로봇이 수행할 작업을 확정합니다</a:t>
            </a:r>
            <a:r>
              <a:rPr lang="en-US" altLang="ko-KR" dirty="0"/>
              <a:t>.</a:t>
            </a:r>
          </a:p>
          <a:p>
            <a:br>
              <a:rPr lang="ko-KR" altLang="en-US" dirty="0"/>
            </a:br>
            <a:endParaRPr lang="ko-KR" altLang="en-US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712B5F07-8FD9-689F-3B82-4C48B5FF8C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9926" y="4930294"/>
            <a:ext cx="2236658" cy="1474560"/>
          </a:xfrm>
          <a:prstGeom prst="rect">
            <a:avLst/>
          </a:prstGeom>
        </p:spPr>
      </p:pic>
      <p:graphicFrame>
        <p:nvGraphicFramePr>
          <p:cNvPr id="5" name="다이어그램 4">
            <a:extLst>
              <a:ext uri="{FF2B5EF4-FFF2-40B4-BE49-F238E27FC236}">
                <a16:creationId xmlns:a16="http://schemas.microsoft.com/office/drawing/2014/main" id="{8BE31CBD-1EBF-5B22-3374-EFA8E424485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90720338"/>
              </p:ext>
            </p:extLst>
          </p:nvPr>
        </p:nvGraphicFramePr>
        <p:xfrm>
          <a:off x="7796177" y="1218780"/>
          <a:ext cx="3941660" cy="57564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349018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5AE9D-4EB3-35DB-5E78-71358F49B4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사각형: 둥근 한쪽 모서리 38">
            <a:extLst>
              <a:ext uri="{FF2B5EF4-FFF2-40B4-BE49-F238E27FC236}">
                <a16:creationId xmlns:a16="http://schemas.microsoft.com/office/drawing/2014/main" id="{FC9A0538-58C0-2C54-1203-EDAA271B9808}"/>
              </a:ext>
            </a:extLst>
          </p:cNvPr>
          <p:cNvSpPr/>
          <p:nvPr/>
        </p:nvSpPr>
        <p:spPr>
          <a:xfrm flipH="1" flipV="1">
            <a:off x="172800" y="69840"/>
            <a:ext cx="12017160" cy="122040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460" name="그룹 2">
            <a:extLst>
              <a:ext uri="{FF2B5EF4-FFF2-40B4-BE49-F238E27FC236}">
                <a16:creationId xmlns:a16="http://schemas.microsoft.com/office/drawing/2014/main" id="{24F280F8-2C49-9BC5-0BF3-BE7E4CCFBA0B}"/>
              </a:ext>
            </a:extLst>
          </p:cNvPr>
          <p:cNvGrpSpPr/>
          <p:nvPr/>
        </p:nvGrpSpPr>
        <p:grpSpPr>
          <a:xfrm>
            <a:off x="376200" y="333360"/>
            <a:ext cx="5947560" cy="822960"/>
            <a:chOff x="376200" y="333360"/>
            <a:chExt cx="5947560" cy="822960"/>
          </a:xfrm>
        </p:grpSpPr>
        <p:sp>
          <p:nvSpPr>
            <p:cNvPr id="461" name="TextBox 26">
              <a:extLst>
                <a:ext uri="{FF2B5EF4-FFF2-40B4-BE49-F238E27FC236}">
                  <a16:creationId xmlns:a16="http://schemas.microsoft.com/office/drawing/2014/main" id="{595B7E90-522D-26A5-9B46-4F7C25D85905}"/>
                </a:ext>
              </a:extLst>
            </p:cNvPr>
            <p:cNvSpPr/>
            <p:nvPr/>
          </p:nvSpPr>
          <p:spPr>
            <a:xfrm>
              <a:off x="1461600" y="366120"/>
              <a:ext cx="225144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1200" b="1" strike="noStrike" spc="-1">
                  <a:solidFill>
                    <a:srgbClr val="3378C8">
                      <a:alpha val="50000"/>
                    </a:srgbClr>
                  </a:solidFill>
                  <a:latin typeface="맑은 고딕"/>
                  <a:ea typeface="맑은 고딕"/>
                </a:rPr>
                <a:t>K-Digital Training</a:t>
              </a:r>
              <a:endParaRPr lang="en-US" sz="1200" b="0" strike="noStrike" spc="-1">
                <a:latin typeface="Noto Sans CJK KR"/>
              </a:endParaRPr>
            </a:p>
          </p:txBody>
        </p:sp>
        <p:sp>
          <p:nvSpPr>
            <p:cNvPr id="462" name="TextBox 10">
              <a:extLst>
                <a:ext uri="{FF2B5EF4-FFF2-40B4-BE49-F238E27FC236}">
                  <a16:creationId xmlns:a16="http://schemas.microsoft.com/office/drawing/2014/main" id="{5053D550-9199-5779-E53B-23257391A333}"/>
                </a:ext>
              </a:extLst>
            </p:cNvPr>
            <p:cNvSpPr/>
            <p:nvPr/>
          </p:nvSpPr>
          <p:spPr>
            <a:xfrm>
              <a:off x="1461600" y="585000"/>
              <a:ext cx="4862160" cy="516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ko-KR" sz="2800" b="1" strike="noStrike" spc="-1">
                  <a:solidFill>
                    <a:srgbClr val="404040"/>
                  </a:solidFill>
                  <a:latin typeface="맑은 고딕"/>
                  <a:ea typeface="맑은 고딕"/>
                </a:rPr>
                <a:t>프로젝트 수행 경과</a:t>
              </a:r>
              <a:endParaRPr lang="en-US" sz="2800" b="0" strike="noStrike" spc="-1">
                <a:latin typeface="Noto Sans CJK KR"/>
              </a:endParaRPr>
            </a:p>
          </p:txBody>
        </p:sp>
        <p:sp>
          <p:nvSpPr>
            <p:cNvPr id="463" name="TextBox 12">
              <a:extLst>
                <a:ext uri="{FF2B5EF4-FFF2-40B4-BE49-F238E27FC236}">
                  <a16:creationId xmlns:a16="http://schemas.microsoft.com/office/drawing/2014/main" id="{D1BB668E-1CC9-3FBC-C5E5-F050EE7600CF}"/>
                </a:ext>
              </a:extLst>
            </p:cNvPr>
            <p:cNvSpPr/>
            <p:nvPr/>
          </p:nvSpPr>
          <p:spPr>
            <a:xfrm>
              <a:off x="376200" y="333360"/>
              <a:ext cx="1266120" cy="82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0" rIns="90000" bIns="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5400" b="0" strike="noStrike" spc="-1">
                  <a:solidFill>
                    <a:srgbClr val="3378C8"/>
                  </a:solidFill>
                  <a:latin typeface="세방고딕 Bold"/>
                  <a:ea typeface="세방고딕 Bold"/>
                </a:rPr>
                <a:t>04</a:t>
              </a:r>
              <a:endParaRPr lang="en-US" sz="5400" b="0" strike="noStrike" spc="-1">
                <a:latin typeface="Noto Sans CJK KR"/>
              </a:endParaRPr>
            </a:p>
          </p:txBody>
        </p:sp>
      </p:grpSp>
      <p:sp>
        <p:nvSpPr>
          <p:cNvPr id="464" name="TextBox 1">
            <a:extLst>
              <a:ext uri="{FF2B5EF4-FFF2-40B4-BE49-F238E27FC236}">
                <a16:creationId xmlns:a16="http://schemas.microsoft.com/office/drawing/2014/main" id="{11C1F631-ACE0-E8A0-6D72-318D2A4E88EB}"/>
              </a:ext>
            </a:extLst>
          </p:cNvPr>
          <p:cNvSpPr/>
          <p:nvPr/>
        </p:nvSpPr>
        <p:spPr>
          <a:xfrm>
            <a:off x="0" y="0"/>
            <a:ext cx="12191400" cy="113760"/>
          </a:xfrm>
          <a:prstGeom prst="rect">
            <a:avLst/>
          </a:prstGeom>
          <a:solidFill>
            <a:srgbClr val="FFD8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65" name="TextBox 3">
            <a:extLst>
              <a:ext uri="{FF2B5EF4-FFF2-40B4-BE49-F238E27FC236}">
                <a16:creationId xmlns:a16="http://schemas.microsoft.com/office/drawing/2014/main" id="{39B04D49-06D9-534E-822B-D1EDBA4EB08D}"/>
              </a:ext>
            </a:extLst>
          </p:cNvPr>
          <p:cNvSpPr/>
          <p:nvPr/>
        </p:nvSpPr>
        <p:spPr>
          <a:xfrm>
            <a:off x="0" y="0"/>
            <a:ext cx="1335960" cy="113760"/>
          </a:xfrm>
          <a:prstGeom prst="rect">
            <a:avLst/>
          </a:prstGeom>
          <a:solidFill>
            <a:srgbClr val="3378C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466" name="그룹 13">
            <a:extLst>
              <a:ext uri="{FF2B5EF4-FFF2-40B4-BE49-F238E27FC236}">
                <a16:creationId xmlns:a16="http://schemas.microsoft.com/office/drawing/2014/main" id="{47E3D5BB-5DFD-DF89-28EE-C3E695836430}"/>
              </a:ext>
            </a:extLst>
          </p:cNvPr>
          <p:cNvGrpSpPr/>
          <p:nvPr/>
        </p:nvGrpSpPr>
        <p:grpSpPr>
          <a:xfrm>
            <a:off x="541800" y="1430280"/>
            <a:ext cx="10525680" cy="644877"/>
            <a:chOff x="541800" y="1430280"/>
            <a:chExt cx="10525680" cy="644877"/>
          </a:xfrm>
        </p:grpSpPr>
        <p:sp>
          <p:nvSpPr>
            <p:cNvPr id="467" name="TextBox 23">
              <a:extLst>
                <a:ext uri="{FF2B5EF4-FFF2-40B4-BE49-F238E27FC236}">
                  <a16:creationId xmlns:a16="http://schemas.microsoft.com/office/drawing/2014/main" id="{1E4BAF9E-BDDF-21D3-BB6E-8EFD125951EE}"/>
                </a:ext>
              </a:extLst>
            </p:cNvPr>
            <p:cNvSpPr/>
            <p:nvPr/>
          </p:nvSpPr>
          <p:spPr>
            <a:xfrm>
              <a:off x="743760" y="1430280"/>
              <a:ext cx="10323720" cy="644877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r>
                <a:rPr lang="ko-KR" altLang="en-US" b="1" dirty="0"/>
                <a:t>프로세스 </a:t>
              </a:r>
              <a:r>
                <a:rPr lang="en-US" altLang="ko-KR" b="1" dirty="0"/>
                <a:t>(3): </a:t>
              </a:r>
              <a:r>
                <a:rPr lang="ko-KR" altLang="en-US" b="1" dirty="0"/>
                <a:t>로봇 주유 동작 수행</a:t>
              </a:r>
            </a:p>
            <a:p>
              <a:pPr>
                <a:lnSpc>
                  <a:spcPct val="100000"/>
                </a:lnSpc>
                <a:buNone/>
                <a:tabLst>
                  <a:tab pos="0" algn="l"/>
                </a:tabLst>
              </a:pPr>
              <a:endParaRPr lang="en-US" sz="1800" b="0" strike="noStrike" spc="-1" dirty="0">
                <a:latin typeface="Noto Sans CJK KR"/>
              </a:endParaRPr>
            </a:p>
          </p:txBody>
        </p:sp>
        <p:sp>
          <p:nvSpPr>
            <p:cNvPr id="468" name="그래픽 43">
              <a:extLst>
                <a:ext uri="{FF2B5EF4-FFF2-40B4-BE49-F238E27FC236}">
                  <a16:creationId xmlns:a16="http://schemas.microsoft.com/office/drawing/2014/main" id="{FFFFCE82-AB7B-10A7-E296-48C9DBC5DD93}"/>
                </a:ext>
              </a:extLst>
            </p:cNvPr>
            <p:cNvSpPr/>
            <p:nvPr/>
          </p:nvSpPr>
          <p:spPr>
            <a:xfrm>
              <a:off x="541800" y="1539000"/>
              <a:ext cx="100440" cy="113040"/>
            </a:xfrm>
            <a:custGeom>
              <a:avLst/>
              <a:gdLst/>
              <a:ahLst/>
              <a:cxnLst/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>
              <a:noFill/>
            </a:ln>
            <a:effectLst>
              <a:outerShdw blurRad="50760" dist="38160" dir="5400000" algn="t" rotWithShape="0">
                <a:srgbClr val="3378C8">
                  <a:alpha val="4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469" name="TextBox 15">
            <a:extLst>
              <a:ext uri="{FF2B5EF4-FFF2-40B4-BE49-F238E27FC236}">
                <a16:creationId xmlns:a16="http://schemas.microsoft.com/office/drawing/2014/main" id="{1F18D528-E0CD-30B9-0F39-B3DD7387B479}"/>
              </a:ext>
            </a:extLst>
          </p:cNvPr>
          <p:cNvSpPr/>
          <p:nvPr/>
        </p:nvSpPr>
        <p:spPr>
          <a:xfrm>
            <a:off x="8312400" y="854280"/>
            <a:ext cx="3502800" cy="72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sz="1400" b="1" strike="noStrike" spc="-1">
                <a:solidFill>
                  <a:srgbClr val="4472C4"/>
                </a:solidFill>
                <a:latin typeface="맑은 고딕"/>
                <a:ea typeface="맑은 고딕"/>
              </a:rPr>
              <a:t>* </a:t>
            </a:r>
            <a:r>
              <a:rPr lang="ko-KR" sz="1400" b="1" strike="noStrike" spc="-100">
                <a:solidFill>
                  <a:srgbClr val="4472C4"/>
                </a:solidFill>
                <a:latin typeface="맑은 고딕"/>
                <a:ea typeface="맑은 고딕"/>
              </a:rPr>
              <a:t>결과 제시 ② 모델 개요</a:t>
            </a:r>
            <a:endParaRPr lang="en-US" sz="1400" b="0" strike="noStrike" spc="-1">
              <a:latin typeface="Noto Sans CJK KR"/>
            </a:endParaRPr>
          </a:p>
          <a:p>
            <a:pPr algn="r">
              <a:lnSpc>
                <a:spcPct val="100000"/>
              </a:lnSpc>
              <a:buNone/>
            </a:pPr>
            <a:endParaRPr lang="en-US" sz="1400" b="0" strike="noStrike" spc="-1">
              <a:latin typeface="Noto Sans CJK KR"/>
            </a:endParaRPr>
          </a:p>
          <a:p>
            <a:pPr algn="r">
              <a:lnSpc>
                <a:spcPct val="100000"/>
              </a:lnSpc>
              <a:buNone/>
            </a:pPr>
            <a:endParaRPr lang="en-US" sz="1400" b="0" strike="noStrike" spc="-1">
              <a:latin typeface="Noto Sans CJK KR"/>
            </a:endParaRPr>
          </a:p>
        </p:txBody>
      </p:sp>
      <p:pic>
        <p:nvPicPr>
          <p:cNvPr id="470" name="그림 34">
            <a:extLst>
              <a:ext uri="{FF2B5EF4-FFF2-40B4-BE49-F238E27FC236}">
                <a16:creationId xmlns:a16="http://schemas.microsoft.com/office/drawing/2014/main" id="{A659B2AC-0239-8449-3706-CD9B260B47A1}"/>
              </a:ext>
            </a:extLst>
          </p:cNvPr>
          <p:cNvPicPr/>
          <p:nvPr/>
        </p:nvPicPr>
        <p:blipFill>
          <a:blip r:embed="rId2">
            <a:alphaModFix amt="27000"/>
          </a:blip>
          <a:stretch/>
        </p:blipFill>
        <p:spPr>
          <a:xfrm flipH="1">
            <a:off x="720" y="1917000"/>
            <a:ext cx="12191400" cy="232920"/>
          </a:xfrm>
          <a:prstGeom prst="rect">
            <a:avLst/>
          </a:prstGeom>
          <a:ln w="0">
            <a:noFill/>
          </a:ln>
        </p:spPr>
      </p:pic>
      <p:sp>
        <p:nvSpPr>
          <p:cNvPr id="4" name="TextBox 23">
            <a:extLst>
              <a:ext uri="{FF2B5EF4-FFF2-40B4-BE49-F238E27FC236}">
                <a16:creationId xmlns:a16="http://schemas.microsoft.com/office/drawing/2014/main" id="{CD628AD6-6894-E499-219F-5923FD15712E}"/>
              </a:ext>
            </a:extLst>
          </p:cNvPr>
          <p:cNvSpPr/>
          <p:nvPr/>
        </p:nvSpPr>
        <p:spPr>
          <a:xfrm>
            <a:off x="896160" y="2904482"/>
            <a:ext cx="10323720" cy="36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lang="en-US" sz="1800" b="0" strike="noStrike" spc="-1" dirty="0">
              <a:latin typeface="Noto Sans CJK KR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DDBA01-BA2A-1B2A-3006-398C83ED0552}"/>
              </a:ext>
            </a:extLst>
          </p:cNvPr>
          <p:cNvSpPr txBox="1"/>
          <p:nvPr/>
        </p:nvSpPr>
        <p:spPr>
          <a:xfrm>
            <a:off x="1642320" y="2385310"/>
            <a:ext cx="8852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693949A-0251-A730-CCA6-4BAF539D544B}"/>
              </a:ext>
            </a:extLst>
          </p:cNvPr>
          <p:cNvSpPr txBox="1"/>
          <p:nvPr/>
        </p:nvSpPr>
        <p:spPr>
          <a:xfrm>
            <a:off x="6181380" y="3057840"/>
            <a:ext cx="4660020" cy="23698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altLang="ko-KR" sz="2000" b="1" dirty="0"/>
              <a:t>[ </a:t>
            </a:r>
            <a:r>
              <a:rPr lang="ko-KR" altLang="en-US" sz="2000" b="1" dirty="0"/>
              <a:t>연료 선택 및 파지 </a:t>
            </a:r>
            <a:r>
              <a:rPr lang="en-US" altLang="ko-KR" sz="2000" b="1" dirty="0"/>
              <a:t>]</a:t>
            </a:r>
            <a:br>
              <a:rPr lang="ko-KR" altLang="en-US" b="1" dirty="0"/>
            </a:br>
            <a:r>
              <a:rPr lang="en-US" altLang="ko-KR" dirty="0"/>
              <a:t>QR </a:t>
            </a:r>
            <a:r>
              <a:rPr lang="ko-KR" altLang="en-US" dirty="0"/>
              <a:t>정보</a:t>
            </a:r>
            <a:r>
              <a:rPr lang="en-US" altLang="ko-KR" dirty="0"/>
              <a:t>(</a:t>
            </a:r>
            <a:r>
              <a:rPr lang="ko-KR" altLang="en-US" dirty="0"/>
              <a:t>휘발유</a:t>
            </a:r>
            <a:r>
              <a:rPr lang="en-US" altLang="ko-KR" dirty="0"/>
              <a:t>/</a:t>
            </a:r>
            <a:r>
              <a:rPr lang="ko-KR" altLang="en-US" dirty="0"/>
              <a:t>경유</a:t>
            </a:r>
            <a:r>
              <a:rPr lang="en-US" altLang="ko-KR" dirty="0"/>
              <a:t>)</a:t>
            </a:r>
            <a:r>
              <a:rPr lang="ko-KR" altLang="en-US" dirty="0"/>
              <a:t>에 맞춰 로봇이 올바른 </a:t>
            </a:r>
            <a:r>
              <a:rPr lang="ko-KR" altLang="en-US" dirty="0" err="1"/>
              <a:t>주유건을</a:t>
            </a:r>
            <a:r>
              <a:rPr lang="ko-KR" altLang="en-US" dirty="0"/>
              <a:t> 선택하고 파지</a:t>
            </a:r>
            <a:r>
              <a:rPr lang="en-US" altLang="ko-KR" dirty="0"/>
              <a:t>(Grasp)</a:t>
            </a:r>
          </a:p>
          <a:p>
            <a:pPr marL="342900" indent="-342900">
              <a:buFont typeface="+mj-lt"/>
              <a:buAutoNum type="arabicPeriod"/>
            </a:pPr>
            <a:endParaRPr lang="en-US" altLang="ko-KR" b="1" dirty="0"/>
          </a:p>
          <a:p>
            <a:pPr marL="342900" indent="-342900">
              <a:buFont typeface="+mj-lt"/>
              <a:buAutoNum type="arabicPeriod"/>
            </a:pPr>
            <a:endParaRPr lang="en-US" altLang="ko-KR" b="1" dirty="0"/>
          </a:p>
          <a:p>
            <a:pPr marL="342900" indent="-342900">
              <a:buFont typeface="+mj-lt"/>
              <a:buAutoNum type="arabicPeriod"/>
            </a:pPr>
            <a:r>
              <a:rPr lang="en-US" altLang="ko-KR" sz="2000" b="1" dirty="0"/>
              <a:t>[ </a:t>
            </a:r>
            <a:r>
              <a:rPr lang="ko-KR" altLang="en-US" sz="2000" b="1" dirty="0"/>
              <a:t>삽입 및 분리 </a:t>
            </a:r>
            <a:r>
              <a:rPr lang="en-US" altLang="ko-KR" sz="2000" b="1" dirty="0"/>
              <a:t>]</a:t>
            </a:r>
            <a:br>
              <a:rPr lang="ko-KR" altLang="en-US" b="1" dirty="0"/>
            </a:br>
            <a:r>
              <a:rPr lang="ko-KR" altLang="en-US" dirty="0" err="1"/>
              <a:t>주유구</a:t>
            </a:r>
            <a:r>
              <a:rPr lang="ko-KR" altLang="en-US" dirty="0"/>
              <a:t> 위치로</a:t>
            </a:r>
            <a:r>
              <a:rPr lang="en-US" altLang="ko-KR" dirty="0"/>
              <a:t> </a:t>
            </a:r>
            <a:r>
              <a:rPr lang="ko-KR" altLang="en-US" dirty="0"/>
              <a:t>노즐을 삽입</a:t>
            </a:r>
            <a:r>
              <a:rPr lang="en-US" altLang="ko-KR" dirty="0"/>
              <a:t> </a:t>
            </a:r>
            <a:r>
              <a:rPr lang="ko-KR" altLang="en-US" dirty="0"/>
              <a:t>주유 완료 후</a:t>
            </a:r>
            <a:r>
              <a:rPr lang="en-US" altLang="ko-KR" dirty="0"/>
              <a:t>, </a:t>
            </a:r>
            <a:r>
              <a:rPr lang="ko-KR" altLang="en-US" dirty="0"/>
              <a:t>노즐을 분리하여 원위치</a:t>
            </a:r>
            <a:endParaRPr lang="en-US" altLang="ko-KR" b="1" dirty="0"/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510EF7A6-9455-9333-F531-1397E81C76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2320" y="2408877"/>
            <a:ext cx="3600240" cy="4072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64835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0EEEE-5EB6-4693-93D9-2976B099E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사각형: 둥근 한쪽 모서리 38">
            <a:extLst>
              <a:ext uri="{FF2B5EF4-FFF2-40B4-BE49-F238E27FC236}">
                <a16:creationId xmlns:a16="http://schemas.microsoft.com/office/drawing/2014/main" id="{A390A0ED-3284-D522-5541-DDAF21D961C9}"/>
              </a:ext>
            </a:extLst>
          </p:cNvPr>
          <p:cNvSpPr/>
          <p:nvPr/>
        </p:nvSpPr>
        <p:spPr>
          <a:xfrm flipH="1" flipV="1">
            <a:off x="172800" y="69840"/>
            <a:ext cx="12017160" cy="122040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460" name="그룹 2">
            <a:extLst>
              <a:ext uri="{FF2B5EF4-FFF2-40B4-BE49-F238E27FC236}">
                <a16:creationId xmlns:a16="http://schemas.microsoft.com/office/drawing/2014/main" id="{1FEAAC0C-BB3B-2E4A-24CE-8C1445F14EFC}"/>
              </a:ext>
            </a:extLst>
          </p:cNvPr>
          <p:cNvGrpSpPr/>
          <p:nvPr/>
        </p:nvGrpSpPr>
        <p:grpSpPr>
          <a:xfrm>
            <a:off x="376200" y="333360"/>
            <a:ext cx="5947560" cy="822960"/>
            <a:chOff x="376200" y="333360"/>
            <a:chExt cx="5947560" cy="822960"/>
          </a:xfrm>
        </p:grpSpPr>
        <p:sp>
          <p:nvSpPr>
            <p:cNvPr id="461" name="TextBox 26">
              <a:extLst>
                <a:ext uri="{FF2B5EF4-FFF2-40B4-BE49-F238E27FC236}">
                  <a16:creationId xmlns:a16="http://schemas.microsoft.com/office/drawing/2014/main" id="{80B4B4F7-0A1B-ADBE-6D99-E999177A88E8}"/>
                </a:ext>
              </a:extLst>
            </p:cNvPr>
            <p:cNvSpPr/>
            <p:nvPr/>
          </p:nvSpPr>
          <p:spPr>
            <a:xfrm>
              <a:off x="1461600" y="366120"/>
              <a:ext cx="225144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1200" b="1" strike="noStrike" spc="-1">
                  <a:solidFill>
                    <a:srgbClr val="3378C8">
                      <a:alpha val="50000"/>
                    </a:srgbClr>
                  </a:solidFill>
                  <a:latin typeface="맑은 고딕"/>
                  <a:ea typeface="맑은 고딕"/>
                </a:rPr>
                <a:t>K-Digital Training</a:t>
              </a:r>
              <a:endParaRPr lang="en-US" sz="1200" b="0" strike="noStrike" spc="-1">
                <a:latin typeface="Noto Sans CJK KR"/>
              </a:endParaRPr>
            </a:p>
          </p:txBody>
        </p:sp>
        <p:sp>
          <p:nvSpPr>
            <p:cNvPr id="462" name="TextBox 10">
              <a:extLst>
                <a:ext uri="{FF2B5EF4-FFF2-40B4-BE49-F238E27FC236}">
                  <a16:creationId xmlns:a16="http://schemas.microsoft.com/office/drawing/2014/main" id="{6A2F14FF-2884-43CC-F482-9F00959B55C6}"/>
                </a:ext>
              </a:extLst>
            </p:cNvPr>
            <p:cNvSpPr/>
            <p:nvPr/>
          </p:nvSpPr>
          <p:spPr>
            <a:xfrm>
              <a:off x="1461600" y="585000"/>
              <a:ext cx="4862160" cy="516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ko-KR" sz="2800" b="1" strike="noStrike" spc="-1">
                  <a:solidFill>
                    <a:srgbClr val="404040"/>
                  </a:solidFill>
                  <a:latin typeface="맑은 고딕"/>
                  <a:ea typeface="맑은 고딕"/>
                </a:rPr>
                <a:t>프로젝트 수행 경과</a:t>
              </a:r>
              <a:endParaRPr lang="en-US" sz="2800" b="0" strike="noStrike" spc="-1">
                <a:latin typeface="Noto Sans CJK KR"/>
              </a:endParaRPr>
            </a:p>
          </p:txBody>
        </p:sp>
        <p:sp>
          <p:nvSpPr>
            <p:cNvPr id="463" name="TextBox 12">
              <a:extLst>
                <a:ext uri="{FF2B5EF4-FFF2-40B4-BE49-F238E27FC236}">
                  <a16:creationId xmlns:a16="http://schemas.microsoft.com/office/drawing/2014/main" id="{108A53D4-63A5-8430-A8AB-F711CA896A16}"/>
                </a:ext>
              </a:extLst>
            </p:cNvPr>
            <p:cNvSpPr/>
            <p:nvPr/>
          </p:nvSpPr>
          <p:spPr>
            <a:xfrm>
              <a:off x="376200" y="333360"/>
              <a:ext cx="1266120" cy="82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0" rIns="90000" bIns="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5400" b="0" strike="noStrike" spc="-1">
                  <a:solidFill>
                    <a:srgbClr val="3378C8"/>
                  </a:solidFill>
                  <a:latin typeface="세방고딕 Bold"/>
                  <a:ea typeface="세방고딕 Bold"/>
                </a:rPr>
                <a:t>04</a:t>
              </a:r>
              <a:endParaRPr lang="en-US" sz="5400" b="0" strike="noStrike" spc="-1">
                <a:latin typeface="Noto Sans CJK KR"/>
              </a:endParaRPr>
            </a:p>
          </p:txBody>
        </p:sp>
      </p:grpSp>
      <p:sp>
        <p:nvSpPr>
          <p:cNvPr id="464" name="TextBox 1">
            <a:extLst>
              <a:ext uri="{FF2B5EF4-FFF2-40B4-BE49-F238E27FC236}">
                <a16:creationId xmlns:a16="http://schemas.microsoft.com/office/drawing/2014/main" id="{2061CB83-789E-E478-EC34-86950513718D}"/>
              </a:ext>
            </a:extLst>
          </p:cNvPr>
          <p:cNvSpPr/>
          <p:nvPr/>
        </p:nvSpPr>
        <p:spPr>
          <a:xfrm>
            <a:off x="0" y="0"/>
            <a:ext cx="12191400" cy="113760"/>
          </a:xfrm>
          <a:prstGeom prst="rect">
            <a:avLst/>
          </a:prstGeom>
          <a:solidFill>
            <a:srgbClr val="FFD8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65" name="TextBox 3">
            <a:extLst>
              <a:ext uri="{FF2B5EF4-FFF2-40B4-BE49-F238E27FC236}">
                <a16:creationId xmlns:a16="http://schemas.microsoft.com/office/drawing/2014/main" id="{001EABFB-3257-E5B0-BB6D-7599FCFEC875}"/>
              </a:ext>
            </a:extLst>
          </p:cNvPr>
          <p:cNvSpPr/>
          <p:nvPr/>
        </p:nvSpPr>
        <p:spPr>
          <a:xfrm>
            <a:off x="0" y="0"/>
            <a:ext cx="1335960" cy="113760"/>
          </a:xfrm>
          <a:prstGeom prst="rect">
            <a:avLst/>
          </a:prstGeom>
          <a:solidFill>
            <a:srgbClr val="3378C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466" name="그룹 13">
            <a:extLst>
              <a:ext uri="{FF2B5EF4-FFF2-40B4-BE49-F238E27FC236}">
                <a16:creationId xmlns:a16="http://schemas.microsoft.com/office/drawing/2014/main" id="{BF91071B-6E36-4456-B5CF-F71521C5DDC9}"/>
              </a:ext>
            </a:extLst>
          </p:cNvPr>
          <p:cNvGrpSpPr/>
          <p:nvPr/>
        </p:nvGrpSpPr>
        <p:grpSpPr>
          <a:xfrm>
            <a:off x="541800" y="1430280"/>
            <a:ext cx="10525680" cy="367878"/>
            <a:chOff x="541800" y="1430280"/>
            <a:chExt cx="10525680" cy="367878"/>
          </a:xfrm>
        </p:grpSpPr>
        <p:sp>
          <p:nvSpPr>
            <p:cNvPr id="467" name="TextBox 23">
              <a:extLst>
                <a:ext uri="{FF2B5EF4-FFF2-40B4-BE49-F238E27FC236}">
                  <a16:creationId xmlns:a16="http://schemas.microsoft.com/office/drawing/2014/main" id="{563E5E21-2EE4-F9C1-797F-928343CBAE88}"/>
                </a:ext>
              </a:extLst>
            </p:cNvPr>
            <p:cNvSpPr/>
            <p:nvPr/>
          </p:nvSpPr>
          <p:spPr>
            <a:xfrm>
              <a:off x="743760" y="1430280"/>
              <a:ext cx="10323720" cy="367878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r>
                <a:rPr lang="ko-KR" altLang="en-US" b="1" dirty="0"/>
                <a:t>프로세스 </a:t>
              </a:r>
              <a:r>
                <a:rPr lang="en-US" altLang="ko-KR" b="1" dirty="0"/>
                <a:t>(4): </a:t>
              </a:r>
              <a:r>
                <a:rPr lang="ko-KR" altLang="en-US" b="1" dirty="0"/>
                <a:t>주유 완료 및 </a:t>
              </a:r>
              <a:r>
                <a:rPr lang="ko-KR" altLang="en-US" b="1" dirty="0" err="1"/>
                <a:t>출차</a:t>
              </a:r>
              <a:r>
                <a:rPr lang="ko-KR" altLang="en-US" b="1" dirty="0"/>
                <a:t> </a:t>
              </a:r>
            </a:p>
          </p:txBody>
        </p:sp>
        <p:sp>
          <p:nvSpPr>
            <p:cNvPr id="468" name="그래픽 43">
              <a:extLst>
                <a:ext uri="{FF2B5EF4-FFF2-40B4-BE49-F238E27FC236}">
                  <a16:creationId xmlns:a16="http://schemas.microsoft.com/office/drawing/2014/main" id="{B9854233-02DB-74EE-BF1C-1FDF3ABF691F}"/>
                </a:ext>
              </a:extLst>
            </p:cNvPr>
            <p:cNvSpPr/>
            <p:nvPr/>
          </p:nvSpPr>
          <p:spPr>
            <a:xfrm>
              <a:off x="541800" y="1539000"/>
              <a:ext cx="100440" cy="113040"/>
            </a:xfrm>
            <a:custGeom>
              <a:avLst/>
              <a:gdLst/>
              <a:ahLst/>
              <a:cxnLst/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>
              <a:noFill/>
            </a:ln>
            <a:effectLst>
              <a:outerShdw blurRad="50760" dist="38160" dir="5400000" algn="t" rotWithShape="0">
                <a:srgbClr val="3378C8">
                  <a:alpha val="4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469" name="TextBox 15">
            <a:extLst>
              <a:ext uri="{FF2B5EF4-FFF2-40B4-BE49-F238E27FC236}">
                <a16:creationId xmlns:a16="http://schemas.microsoft.com/office/drawing/2014/main" id="{1B9F2B67-C18D-8CB7-9EEA-FE9B940BE2CB}"/>
              </a:ext>
            </a:extLst>
          </p:cNvPr>
          <p:cNvSpPr/>
          <p:nvPr/>
        </p:nvSpPr>
        <p:spPr>
          <a:xfrm>
            <a:off x="8312400" y="854280"/>
            <a:ext cx="3502800" cy="72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sz="1400" b="1" strike="noStrike" spc="-1">
                <a:solidFill>
                  <a:srgbClr val="4472C4"/>
                </a:solidFill>
                <a:latin typeface="맑은 고딕"/>
                <a:ea typeface="맑은 고딕"/>
              </a:rPr>
              <a:t>* </a:t>
            </a:r>
            <a:r>
              <a:rPr lang="ko-KR" sz="1400" b="1" strike="noStrike" spc="-100">
                <a:solidFill>
                  <a:srgbClr val="4472C4"/>
                </a:solidFill>
                <a:latin typeface="맑은 고딕"/>
                <a:ea typeface="맑은 고딕"/>
              </a:rPr>
              <a:t>결과 제시 ② 모델 개요</a:t>
            </a:r>
            <a:endParaRPr lang="en-US" sz="1400" b="0" strike="noStrike" spc="-1">
              <a:latin typeface="Noto Sans CJK KR"/>
            </a:endParaRPr>
          </a:p>
          <a:p>
            <a:pPr algn="r">
              <a:lnSpc>
                <a:spcPct val="100000"/>
              </a:lnSpc>
              <a:buNone/>
            </a:pPr>
            <a:endParaRPr lang="en-US" sz="1400" b="0" strike="noStrike" spc="-1">
              <a:latin typeface="Noto Sans CJK KR"/>
            </a:endParaRPr>
          </a:p>
          <a:p>
            <a:pPr algn="r">
              <a:lnSpc>
                <a:spcPct val="100000"/>
              </a:lnSpc>
              <a:buNone/>
            </a:pPr>
            <a:endParaRPr lang="en-US" sz="1400" b="0" strike="noStrike" spc="-1">
              <a:latin typeface="Noto Sans CJK KR"/>
            </a:endParaRPr>
          </a:p>
        </p:txBody>
      </p:sp>
      <p:pic>
        <p:nvPicPr>
          <p:cNvPr id="470" name="그림 34">
            <a:extLst>
              <a:ext uri="{FF2B5EF4-FFF2-40B4-BE49-F238E27FC236}">
                <a16:creationId xmlns:a16="http://schemas.microsoft.com/office/drawing/2014/main" id="{DBEE5D11-EFBD-3652-AAC8-1D92D516E9AE}"/>
              </a:ext>
            </a:extLst>
          </p:cNvPr>
          <p:cNvPicPr/>
          <p:nvPr/>
        </p:nvPicPr>
        <p:blipFill>
          <a:blip r:embed="rId2">
            <a:alphaModFix amt="27000"/>
          </a:blip>
          <a:stretch/>
        </p:blipFill>
        <p:spPr>
          <a:xfrm flipH="1">
            <a:off x="720" y="1917000"/>
            <a:ext cx="12191400" cy="232920"/>
          </a:xfrm>
          <a:prstGeom prst="rect">
            <a:avLst/>
          </a:prstGeom>
          <a:ln w="0">
            <a:noFill/>
          </a:ln>
        </p:spPr>
      </p:pic>
      <p:sp>
        <p:nvSpPr>
          <p:cNvPr id="4" name="TextBox 23">
            <a:extLst>
              <a:ext uri="{FF2B5EF4-FFF2-40B4-BE49-F238E27FC236}">
                <a16:creationId xmlns:a16="http://schemas.microsoft.com/office/drawing/2014/main" id="{DD404AB4-9665-C17F-2267-4E29CD333D00}"/>
              </a:ext>
            </a:extLst>
          </p:cNvPr>
          <p:cNvSpPr/>
          <p:nvPr/>
        </p:nvSpPr>
        <p:spPr>
          <a:xfrm>
            <a:off x="896160" y="2904482"/>
            <a:ext cx="10323720" cy="36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lang="en-US" sz="1800" b="0" strike="noStrike" spc="-1" dirty="0">
              <a:latin typeface="Noto Sans CJK KR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3C4078C-B6D5-A08A-9C61-4C8D772BD9DC}"/>
              </a:ext>
            </a:extLst>
          </p:cNvPr>
          <p:cNvSpPr txBox="1"/>
          <p:nvPr/>
        </p:nvSpPr>
        <p:spPr>
          <a:xfrm>
            <a:off x="1642320" y="2385310"/>
            <a:ext cx="88529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8E3F64-D8FC-6946-093D-6AB03FF5D461}"/>
              </a:ext>
            </a:extLst>
          </p:cNvPr>
          <p:cNvSpPr txBox="1"/>
          <p:nvPr/>
        </p:nvSpPr>
        <p:spPr>
          <a:xfrm>
            <a:off x="592020" y="2900244"/>
            <a:ext cx="1014776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/>
              <a:t>[</a:t>
            </a:r>
            <a:r>
              <a:rPr lang="ko-KR" altLang="en-US" sz="2400" b="1" dirty="0"/>
              <a:t>주유 완료 처리</a:t>
            </a:r>
            <a:r>
              <a:rPr lang="en-US" altLang="ko-KR" sz="2400" b="1" dirty="0"/>
              <a:t>]</a:t>
            </a:r>
            <a:endParaRPr lang="ko-KR" altLang="en-US" sz="2400" b="1" dirty="0"/>
          </a:p>
          <a:p>
            <a:pPr marL="800100" lvl="1" indent="-342900">
              <a:buFont typeface="+mj-lt"/>
              <a:buAutoNum type="arabicPeriod"/>
            </a:pPr>
            <a:r>
              <a:rPr lang="ko-KR" altLang="en-US" dirty="0"/>
              <a:t>주유 완료 후 로봇은 </a:t>
            </a:r>
            <a:r>
              <a:rPr lang="ko-KR" altLang="en-US" dirty="0" err="1"/>
              <a:t>주유건을</a:t>
            </a:r>
            <a:r>
              <a:rPr lang="ko-KR" altLang="en-US" dirty="0"/>
              <a:t> 안전하게 회수</a:t>
            </a:r>
            <a:endParaRPr lang="en-US" altLang="ko-KR" dirty="0"/>
          </a:p>
          <a:p>
            <a:pPr marL="800100" lvl="1" indent="-342900">
              <a:buFont typeface="+mj-lt"/>
              <a:buAutoNum type="arabicPeriod"/>
            </a:pPr>
            <a:r>
              <a:rPr lang="en-US" altLang="ko-KR" dirty="0" err="1"/>
              <a:t>SurfaceGripper</a:t>
            </a:r>
            <a:r>
              <a:rPr lang="ko-KR" altLang="en-US" dirty="0"/>
              <a:t>를 해제하여 </a:t>
            </a:r>
            <a:r>
              <a:rPr lang="ko-KR" altLang="en-US" dirty="0" err="1"/>
              <a:t>주유건을</a:t>
            </a:r>
            <a:r>
              <a:rPr lang="ko-KR" altLang="en-US" dirty="0"/>
              <a:t> 원래 위치에 정확히 복귀</a:t>
            </a:r>
            <a:endParaRPr lang="en-US" altLang="ko-KR" dirty="0"/>
          </a:p>
          <a:p>
            <a:pPr marL="457200" indent="-457200">
              <a:buFont typeface="+mj-lt"/>
              <a:buAutoNum type="arabicPeriod"/>
            </a:pPr>
            <a:endParaRPr lang="en-US" altLang="ko-KR" sz="2000" dirty="0"/>
          </a:p>
          <a:p>
            <a:r>
              <a:rPr lang="en-US" altLang="ko-KR" sz="2400" b="1" dirty="0"/>
              <a:t>[</a:t>
            </a:r>
            <a:r>
              <a:rPr lang="ko-KR" altLang="en-US" sz="2400" b="1" dirty="0" err="1"/>
              <a:t>출차</a:t>
            </a:r>
            <a:r>
              <a:rPr lang="ko-KR" altLang="en-US" sz="2400" b="1" dirty="0"/>
              <a:t> 안내 및 시스템 초기화</a:t>
            </a:r>
            <a:r>
              <a:rPr lang="en-US" altLang="ko-KR" sz="2400" b="1" dirty="0"/>
              <a:t>]</a:t>
            </a:r>
            <a:endParaRPr lang="ko-KR" altLang="en-US" sz="2400" b="1" dirty="0"/>
          </a:p>
          <a:p>
            <a:pPr marL="800100" lvl="1" indent="-342900">
              <a:buFont typeface="+mj-lt"/>
              <a:buAutoNum type="arabicPeriod"/>
            </a:pPr>
            <a:r>
              <a:rPr lang="ko-KR" altLang="en-US" dirty="0"/>
              <a:t>다음 고객을 위해 로봇 팔</a:t>
            </a:r>
            <a:r>
              <a:rPr lang="en-US" altLang="ko-KR" dirty="0"/>
              <a:t>, </a:t>
            </a:r>
            <a:r>
              <a:rPr lang="ko-KR" altLang="en-US" dirty="0" err="1"/>
              <a:t>주유건</a:t>
            </a:r>
            <a:r>
              <a:rPr lang="en-US" altLang="ko-KR" dirty="0"/>
              <a:t>, UI </a:t>
            </a:r>
            <a:r>
              <a:rPr lang="ko-KR" altLang="en-US" dirty="0"/>
              <a:t>등 전체 시스템을 초기화</a:t>
            </a:r>
            <a:endParaRPr lang="en-US" altLang="ko-KR" dirty="0"/>
          </a:p>
          <a:p>
            <a:pPr marL="800100" lvl="1" indent="-342900">
              <a:buFont typeface="+mj-lt"/>
              <a:buAutoNum type="arabicPeriod"/>
            </a:pPr>
            <a:r>
              <a:rPr lang="ko-KR" altLang="en-US" dirty="0"/>
              <a:t>로그 기록 및 주유 세션 종료 처리로 작업 마무리</a:t>
            </a:r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AC931932-D41C-70D1-6ECB-BC08748A862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5123880" cy="51238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AB23581D-C491-0401-FF18-87FEAC9964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8430" y="3831604"/>
            <a:ext cx="371677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823476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D085C3-1353-4088-4514-7DE0A01BB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사각형: 둥근 한쪽 모서리 38">
            <a:extLst>
              <a:ext uri="{FF2B5EF4-FFF2-40B4-BE49-F238E27FC236}">
                <a16:creationId xmlns:a16="http://schemas.microsoft.com/office/drawing/2014/main" id="{2510035C-D26A-1317-5B83-48C796288487}"/>
              </a:ext>
            </a:extLst>
          </p:cNvPr>
          <p:cNvSpPr/>
          <p:nvPr/>
        </p:nvSpPr>
        <p:spPr>
          <a:xfrm flipH="1" flipV="1">
            <a:off x="172800" y="69840"/>
            <a:ext cx="12017160" cy="122040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460" name="그룹 2">
            <a:extLst>
              <a:ext uri="{FF2B5EF4-FFF2-40B4-BE49-F238E27FC236}">
                <a16:creationId xmlns:a16="http://schemas.microsoft.com/office/drawing/2014/main" id="{5EE9064F-A7AA-DACE-3AA7-E23B9F688196}"/>
              </a:ext>
            </a:extLst>
          </p:cNvPr>
          <p:cNvGrpSpPr/>
          <p:nvPr/>
        </p:nvGrpSpPr>
        <p:grpSpPr>
          <a:xfrm>
            <a:off x="376200" y="333360"/>
            <a:ext cx="5947560" cy="822960"/>
            <a:chOff x="376200" y="333360"/>
            <a:chExt cx="5947560" cy="822960"/>
          </a:xfrm>
        </p:grpSpPr>
        <p:sp>
          <p:nvSpPr>
            <p:cNvPr id="461" name="TextBox 26">
              <a:extLst>
                <a:ext uri="{FF2B5EF4-FFF2-40B4-BE49-F238E27FC236}">
                  <a16:creationId xmlns:a16="http://schemas.microsoft.com/office/drawing/2014/main" id="{A9F4E36E-46D0-E4C9-5BAE-067A46DE6A30}"/>
                </a:ext>
              </a:extLst>
            </p:cNvPr>
            <p:cNvSpPr/>
            <p:nvPr/>
          </p:nvSpPr>
          <p:spPr>
            <a:xfrm>
              <a:off x="1461600" y="366120"/>
              <a:ext cx="225144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1200" b="1" strike="noStrike" spc="-1">
                  <a:solidFill>
                    <a:srgbClr val="3378C8">
                      <a:alpha val="50000"/>
                    </a:srgbClr>
                  </a:solidFill>
                  <a:latin typeface="맑은 고딕"/>
                  <a:ea typeface="맑은 고딕"/>
                </a:rPr>
                <a:t>K-Digital Training</a:t>
              </a:r>
              <a:endParaRPr lang="en-US" sz="1200" b="0" strike="noStrike" spc="-1">
                <a:latin typeface="Noto Sans CJK KR"/>
              </a:endParaRPr>
            </a:p>
          </p:txBody>
        </p:sp>
        <p:sp>
          <p:nvSpPr>
            <p:cNvPr id="462" name="TextBox 10">
              <a:extLst>
                <a:ext uri="{FF2B5EF4-FFF2-40B4-BE49-F238E27FC236}">
                  <a16:creationId xmlns:a16="http://schemas.microsoft.com/office/drawing/2014/main" id="{2FAD9331-B46B-5427-91DC-3B3D24FD36BA}"/>
                </a:ext>
              </a:extLst>
            </p:cNvPr>
            <p:cNvSpPr/>
            <p:nvPr/>
          </p:nvSpPr>
          <p:spPr>
            <a:xfrm>
              <a:off x="1461600" y="585000"/>
              <a:ext cx="4862160" cy="516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ko-KR" sz="2800" b="1" strike="noStrike" spc="-1">
                  <a:solidFill>
                    <a:srgbClr val="404040"/>
                  </a:solidFill>
                  <a:latin typeface="맑은 고딕"/>
                  <a:ea typeface="맑은 고딕"/>
                </a:rPr>
                <a:t>프로젝트 수행 경과</a:t>
              </a:r>
              <a:endParaRPr lang="en-US" sz="2800" b="0" strike="noStrike" spc="-1">
                <a:latin typeface="Noto Sans CJK KR"/>
              </a:endParaRPr>
            </a:p>
          </p:txBody>
        </p:sp>
        <p:sp>
          <p:nvSpPr>
            <p:cNvPr id="463" name="TextBox 12">
              <a:extLst>
                <a:ext uri="{FF2B5EF4-FFF2-40B4-BE49-F238E27FC236}">
                  <a16:creationId xmlns:a16="http://schemas.microsoft.com/office/drawing/2014/main" id="{225AB859-5C2F-A262-1A90-5ABD044658DE}"/>
                </a:ext>
              </a:extLst>
            </p:cNvPr>
            <p:cNvSpPr/>
            <p:nvPr/>
          </p:nvSpPr>
          <p:spPr>
            <a:xfrm>
              <a:off x="376200" y="333360"/>
              <a:ext cx="1266120" cy="82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0" rIns="90000" bIns="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5400" b="0" strike="noStrike" spc="-1">
                  <a:solidFill>
                    <a:srgbClr val="3378C8"/>
                  </a:solidFill>
                  <a:latin typeface="세방고딕 Bold"/>
                  <a:ea typeface="세방고딕 Bold"/>
                </a:rPr>
                <a:t>04</a:t>
              </a:r>
              <a:endParaRPr lang="en-US" sz="5400" b="0" strike="noStrike" spc="-1">
                <a:latin typeface="Noto Sans CJK KR"/>
              </a:endParaRPr>
            </a:p>
          </p:txBody>
        </p:sp>
      </p:grpSp>
      <p:sp>
        <p:nvSpPr>
          <p:cNvPr id="464" name="TextBox 1">
            <a:extLst>
              <a:ext uri="{FF2B5EF4-FFF2-40B4-BE49-F238E27FC236}">
                <a16:creationId xmlns:a16="http://schemas.microsoft.com/office/drawing/2014/main" id="{70C5301B-A33B-A4EC-5B5A-BDC259E88E52}"/>
              </a:ext>
            </a:extLst>
          </p:cNvPr>
          <p:cNvSpPr/>
          <p:nvPr/>
        </p:nvSpPr>
        <p:spPr>
          <a:xfrm>
            <a:off x="0" y="0"/>
            <a:ext cx="12191400" cy="113760"/>
          </a:xfrm>
          <a:prstGeom prst="rect">
            <a:avLst/>
          </a:prstGeom>
          <a:solidFill>
            <a:srgbClr val="FFD8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465" name="TextBox 3">
            <a:extLst>
              <a:ext uri="{FF2B5EF4-FFF2-40B4-BE49-F238E27FC236}">
                <a16:creationId xmlns:a16="http://schemas.microsoft.com/office/drawing/2014/main" id="{2F5C568D-062D-C7F8-DD25-6599308D02B2}"/>
              </a:ext>
            </a:extLst>
          </p:cNvPr>
          <p:cNvSpPr/>
          <p:nvPr/>
        </p:nvSpPr>
        <p:spPr>
          <a:xfrm>
            <a:off x="0" y="0"/>
            <a:ext cx="1335960" cy="113760"/>
          </a:xfrm>
          <a:prstGeom prst="rect">
            <a:avLst/>
          </a:prstGeom>
          <a:solidFill>
            <a:srgbClr val="3378C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466" name="그룹 13">
            <a:extLst>
              <a:ext uri="{FF2B5EF4-FFF2-40B4-BE49-F238E27FC236}">
                <a16:creationId xmlns:a16="http://schemas.microsoft.com/office/drawing/2014/main" id="{89A19B8B-FB07-F3CD-0604-5ABF61737804}"/>
              </a:ext>
            </a:extLst>
          </p:cNvPr>
          <p:cNvGrpSpPr/>
          <p:nvPr/>
        </p:nvGrpSpPr>
        <p:grpSpPr>
          <a:xfrm>
            <a:off x="541800" y="1430280"/>
            <a:ext cx="10525680" cy="644877"/>
            <a:chOff x="541800" y="1430280"/>
            <a:chExt cx="10525680" cy="644877"/>
          </a:xfrm>
        </p:grpSpPr>
        <p:sp>
          <p:nvSpPr>
            <p:cNvPr id="467" name="TextBox 23">
              <a:extLst>
                <a:ext uri="{FF2B5EF4-FFF2-40B4-BE49-F238E27FC236}">
                  <a16:creationId xmlns:a16="http://schemas.microsoft.com/office/drawing/2014/main" id="{2EFB1FB5-80EA-F1F4-4349-CFF9CB46AECD}"/>
                </a:ext>
              </a:extLst>
            </p:cNvPr>
            <p:cNvSpPr/>
            <p:nvPr/>
          </p:nvSpPr>
          <p:spPr>
            <a:xfrm>
              <a:off x="743760" y="1430280"/>
              <a:ext cx="10323720" cy="644877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ko-KR" altLang="en-US" b="1" spc="-1" dirty="0">
                  <a:solidFill>
                    <a:srgbClr val="333F4F"/>
                  </a:solidFill>
                  <a:latin typeface="Noto Sans CJK KR"/>
                </a:rPr>
                <a:t>결과물</a:t>
              </a:r>
              <a:r>
                <a:rPr lang="en-US" altLang="ko-KR" b="1" spc="-1" dirty="0">
                  <a:solidFill>
                    <a:srgbClr val="333F4F"/>
                  </a:solidFill>
                  <a:latin typeface="Noto Sans CJK KR"/>
                </a:rPr>
                <a:t>(</a:t>
              </a:r>
              <a:r>
                <a:rPr lang="ko-KR" altLang="en-US" b="1" spc="-1" dirty="0">
                  <a:solidFill>
                    <a:srgbClr val="333F4F"/>
                  </a:solidFill>
                  <a:latin typeface="Noto Sans CJK KR"/>
                </a:rPr>
                <a:t>자료 첨부</a:t>
              </a:r>
              <a:r>
                <a:rPr lang="en-US" altLang="ko-KR" b="1" spc="-1" dirty="0">
                  <a:solidFill>
                    <a:srgbClr val="333F4F"/>
                  </a:solidFill>
                  <a:latin typeface="Noto Sans CJK KR"/>
                </a:rPr>
                <a:t>)</a:t>
              </a:r>
              <a:endParaRPr lang="en-US" sz="1800" b="0" strike="noStrike" spc="-1" dirty="0">
                <a:latin typeface="Noto Sans CJK KR"/>
              </a:endParaRPr>
            </a:p>
            <a:p>
              <a:pPr>
                <a:lnSpc>
                  <a:spcPct val="100000"/>
                </a:lnSpc>
                <a:buNone/>
                <a:tabLst>
                  <a:tab pos="0" algn="l"/>
                </a:tabLst>
              </a:pPr>
              <a:endParaRPr lang="en-US" sz="1800" b="0" strike="noStrike" spc="-1" dirty="0">
                <a:latin typeface="Noto Sans CJK KR"/>
              </a:endParaRPr>
            </a:p>
          </p:txBody>
        </p:sp>
        <p:sp>
          <p:nvSpPr>
            <p:cNvPr id="468" name="그래픽 43">
              <a:extLst>
                <a:ext uri="{FF2B5EF4-FFF2-40B4-BE49-F238E27FC236}">
                  <a16:creationId xmlns:a16="http://schemas.microsoft.com/office/drawing/2014/main" id="{B4C1E867-DA52-DC7C-4547-0C94B3D7F637}"/>
                </a:ext>
              </a:extLst>
            </p:cNvPr>
            <p:cNvSpPr/>
            <p:nvPr/>
          </p:nvSpPr>
          <p:spPr>
            <a:xfrm>
              <a:off x="541800" y="1539000"/>
              <a:ext cx="100440" cy="113040"/>
            </a:xfrm>
            <a:custGeom>
              <a:avLst/>
              <a:gdLst/>
              <a:ahLst/>
              <a:cxnLst/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>
              <a:noFill/>
            </a:ln>
            <a:effectLst>
              <a:outerShdw blurRad="50760" dist="38160" dir="5400000" algn="t" rotWithShape="0">
                <a:srgbClr val="3378C8">
                  <a:alpha val="4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469" name="TextBox 15">
            <a:extLst>
              <a:ext uri="{FF2B5EF4-FFF2-40B4-BE49-F238E27FC236}">
                <a16:creationId xmlns:a16="http://schemas.microsoft.com/office/drawing/2014/main" id="{98B413C3-DAEB-2CA0-C681-8FBFAD0CAA4D}"/>
              </a:ext>
            </a:extLst>
          </p:cNvPr>
          <p:cNvSpPr/>
          <p:nvPr/>
        </p:nvSpPr>
        <p:spPr>
          <a:xfrm>
            <a:off x="8312400" y="854280"/>
            <a:ext cx="3502800" cy="729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r">
              <a:lnSpc>
                <a:spcPct val="100000"/>
              </a:lnSpc>
              <a:buNone/>
            </a:pPr>
            <a:r>
              <a:rPr lang="en-US" sz="1400" b="1" strike="noStrike" spc="-1">
                <a:solidFill>
                  <a:srgbClr val="4472C4"/>
                </a:solidFill>
                <a:latin typeface="맑은 고딕"/>
                <a:ea typeface="맑은 고딕"/>
              </a:rPr>
              <a:t>* </a:t>
            </a:r>
            <a:r>
              <a:rPr lang="ko-KR" sz="1400" b="1" strike="noStrike" spc="-100">
                <a:solidFill>
                  <a:srgbClr val="4472C4"/>
                </a:solidFill>
                <a:latin typeface="맑은 고딕"/>
                <a:ea typeface="맑은 고딕"/>
              </a:rPr>
              <a:t>결과 제시 ② 모델 개요</a:t>
            </a:r>
            <a:endParaRPr lang="en-US" sz="1400" b="0" strike="noStrike" spc="-1">
              <a:latin typeface="Noto Sans CJK KR"/>
            </a:endParaRPr>
          </a:p>
          <a:p>
            <a:pPr algn="r">
              <a:lnSpc>
                <a:spcPct val="100000"/>
              </a:lnSpc>
              <a:buNone/>
            </a:pPr>
            <a:endParaRPr lang="en-US" sz="1400" b="0" strike="noStrike" spc="-1">
              <a:latin typeface="Noto Sans CJK KR"/>
            </a:endParaRPr>
          </a:p>
          <a:p>
            <a:pPr algn="r">
              <a:lnSpc>
                <a:spcPct val="100000"/>
              </a:lnSpc>
              <a:buNone/>
            </a:pPr>
            <a:endParaRPr lang="en-US" sz="1400" b="0" strike="noStrike" spc="-1">
              <a:latin typeface="Noto Sans CJK KR"/>
            </a:endParaRPr>
          </a:p>
        </p:txBody>
      </p:sp>
      <p:pic>
        <p:nvPicPr>
          <p:cNvPr id="470" name="그림 34">
            <a:extLst>
              <a:ext uri="{FF2B5EF4-FFF2-40B4-BE49-F238E27FC236}">
                <a16:creationId xmlns:a16="http://schemas.microsoft.com/office/drawing/2014/main" id="{95340F76-B301-7B29-07B8-0609F2816B67}"/>
              </a:ext>
            </a:extLst>
          </p:cNvPr>
          <p:cNvPicPr/>
          <p:nvPr/>
        </p:nvPicPr>
        <p:blipFill>
          <a:blip r:embed="rId2">
            <a:alphaModFix amt="27000"/>
          </a:blip>
          <a:stretch/>
        </p:blipFill>
        <p:spPr>
          <a:xfrm flipH="1">
            <a:off x="720" y="1917000"/>
            <a:ext cx="12191400" cy="232920"/>
          </a:xfrm>
          <a:prstGeom prst="rect">
            <a:avLst/>
          </a:prstGeom>
          <a:ln w="0">
            <a:noFill/>
          </a:ln>
        </p:spPr>
      </p:pic>
      <p:sp>
        <p:nvSpPr>
          <p:cNvPr id="4" name="TextBox 23">
            <a:extLst>
              <a:ext uri="{FF2B5EF4-FFF2-40B4-BE49-F238E27FC236}">
                <a16:creationId xmlns:a16="http://schemas.microsoft.com/office/drawing/2014/main" id="{910DF612-9303-3391-54FD-ACA2E3A2DE34}"/>
              </a:ext>
            </a:extLst>
          </p:cNvPr>
          <p:cNvSpPr/>
          <p:nvPr/>
        </p:nvSpPr>
        <p:spPr>
          <a:xfrm>
            <a:off x="896160" y="2904482"/>
            <a:ext cx="10323720" cy="3678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>
              <a:lnSpc>
                <a:spcPct val="100000"/>
              </a:lnSpc>
              <a:buNone/>
              <a:tabLst>
                <a:tab pos="0" algn="l"/>
              </a:tabLst>
            </a:pPr>
            <a:endParaRPr lang="en-US" sz="1800" b="0" strike="noStrike" spc="-1" dirty="0">
              <a:latin typeface="Noto Sans CJK KR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0B25659F-E439-13E3-933C-3943DDC306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5212" y="3177250"/>
            <a:ext cx="4105290" cy="240320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70170044-2928-D78B-18D0-56652A97280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82552" y="3081401"/>
            <a:ext cx="2649798" cy="259490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2E3A906-799E-BAF3-79DD-4CD050F4676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200" y="4378855"/>
            <a:ext cx="2303490" cy="2225552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15D910CC-C475-6468-9516-D8A7B3914F81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020" y="2201535"/>
            <a:ext cx="1770444" cy="1710542"/>
          </a:xfrm>
          <a:prstGeom prst="rect">
            <a:avLst/>
          </a:prstGeom>
        </p:spPr>
      </p:pic>
      <p:sp>
        <p:nvSpPr>
          <p:cNvPr id="15" name="화살표: 오른쪽 14">
            <a:extLst>
              <a:ext uri="{FF2B5EF4-FFF2-40B4-BE49-F238E27FC236}">
                <a16:creationId xmlns:a16="http://schemas.microsoft.com/office/drawing/2014/main" id="{22A05635-32FB-FB1B-DE11-4DBA67ADE0D5}"/>
              </a:ext>
            </a:extLst>
          </p:cNvPr>
          <p:cNvSpPr/>
          <p:nvPr/>
        </p:nvSpPr>
        <p:spPr>
          <a:xfrm>
            <a:off x="7129486" y="4065187"/>
            <a:ext cx="647406" cy="628733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6" name="더하기 기호 15">
            <a:extLst>
              <a:ext uri="{FF2B5EF4-FFF2-40B4-BE49-F238E27FC236}">
                <a16:creationId xmlns:a16="http://schemas.microsoft.com/office/drawing/2014/main" id="{ECD65241-52DC-3852-5EE2-4A3EFA04FC19}"/>
              </a:ext>
            </a:extLst>
          </p:cNvPr>
          <p:cNvSpPr/>
          <p:nvPr/>
        </p:nvSpPr>
        <p:spPr>
          <a:xfrm>
            <a:off x="2859600" y="3987695"/>
            <a:ext cx="853440" cy="782320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6AE7346-FA41-2EE9-1A24-5C9069C94BB9}"/>
              </a:ext>
            </a:extLst>
          </p:cNvPr>
          <p:cNvSpPr txBox="1"/>
          <p:nvPr/>
        </p:nvSpPr>
        <p:spPr>
          <a:xfrm>
            <a:off x="5280780" y="5848375"/>
            <a:ext cx="1554480" cy="38020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ko-KR" b="1" dirty="0"/>
              <a:t>main.py</a:t>
            </a:r>
            <a:endParaRPr lang="ko-KR" altLang="en-US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4E56B34-7794-2868-13F0-C99337928919}"/>
              </a:ext>
            </a:extLst>
          </p:cNvPr>
          <p:cNvSpPr txBox="1"/>
          <p:nvPr/>
        </p:nvSpPr>
        <p:spPr>
          <a:xfrm>
            <a:off x="8412480" y="5853227"/>
            <a:ext cx="307848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/>
              <a:t>Isaac sim </a:t>
            </a:r>
            <a:r>
              <a:rPr lang="ko-KR" altLang="en-US" b="1" dirty="0"/>
              <a:t>시뮬레이션 구현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0B83247-F5BF-6D61-9566-EF43941F4DB6}"/>
              </a:ext>
            </a:extLst>
          </p:cNvPr>
          <p:cNvSpPr txBox="1"/>
          <p:nvPr/>
        </p:nvSpPr>
        <p:spPr>
          <a:xfrm>
            <a:off x="2859600" y="2336800"/>
            <a:ext cx="168192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/>
              <a:t>Robot_env.py</a:t>
            </a:r>
            <a:endParaRPr lang="ko-KR" altLang="en-US" b="1" dirty="0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37BE469-7C96-1CA3-5E60-0FC4C86DE79D}"/>
              </a:ext>
            </a:extLst>
          </p:cNvPr>
          <p:cNvSpPr txBox="1"/>
          <p:nvPr/>
        </p:nvSpPr>
        <p:spPr>
          <a:xfrm>
            <a:off x="2833365" y="6307214"/>
            <a:ext cx="1554480" cy="36933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ko-KR" b="1" dirty="0"/>
              <a:t>Car_env.py</a:t>
            </a:r>
            <a:endParaRPr lang="ko-KR" altLang="en-US" b="1" dirty="0"/>
          </a:p>
        </p:txBody>
      </p:sp>
      <p:sp>
        <p:nvSpPr>
          <p:cNvPr id="22" name="화살표: 오른쪽 21">
            <a:extLst>
              <a:ext uri="{FF2B5EF4-FFF2-40B4-BE49-F238E27FC236}">
                <a16:creationId xmlns:a16="http://schemas.microsoft.com/office/drawing/2014/main" id="{6C30DAE5-E968-591F-6C95-980DADD27474}"/>
              </a:ext>
            </a:extLst>
          </p:cNvPr>
          <p:cNvSpPr/>
          <p:nvPr/>
        </p:nvSpPr>
        <p:spPr>
          <a:xfrm rot="8084613">
            <a:off x="2439843" y="2632268"/>
            <a:ext cx="376628" cy="204563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3" name="화살표: 오른쪽 22">
            <a:extLst>
              <a:ext uri="{FF2B5EF4-FFF2-40B4-BE49-F238E27FC236}">
                <a16:creationId xmlns:a16="http://schemas.microsoft.com/office/drawing/2014/main" id="{945B1FEC-30B6-D6E3-0155-7E2DC309BA47}"/>
              </a:ext>
            </a:extLst>
          </p:cNvPr>
          <p:cNvSpPr/>
          <p:nvPr/>
        </p:nvSpPr>
        <p:spPr>
          <a:xfrm rot="12576414">
            <a:off x="2873528" y="5936417"/>
            <a:ext cx="407509" cy="164079"/>
          </a:xfrm>
          <a:prstGeom prst="rightArrow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75351455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700" y="-22225"/>
            <a:ext cx="12204700" cy="6858000"/>
          </a:xfrm>
          <a:prstGeom prst="rect">
            <a:avLst/>
          </a:prstGeom>
        </p:spPr>
      </p:pic>
      <p:pic>
        <p:nvPicPr>
          <p:cNvPr id="3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10200" y="5035550"/>
            <a:ext cx="5372100" cy="10160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7492" y="5035550"/>
            <a:ext cx="3403600" cy="1016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10200" y="3898900"/>
            <a:ext cx="5372100" cy="10160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3507" y="3898900"/>
            <a:ext cx="3403600" cy="10160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10200" y="2797743"/>
            <a:ext cx="5372100" cy="1016000"/>
          </a:xfrm>
          <a:prstGeom prst="rect">
            <a:avLst/>
          </a:prstGeom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3507" y="2768600"/>
            <a:ext cx="3403600" cy="1016000"/>
          </a:xfrm>
          <a:prstGeom prst="rect">
            <a:avLst/>
          </a:prstGeom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33950" y="5359400"/>
            <a:ext cx="368300" cy="368300"/>
          </a:xfrm>
          <a:prstGeom prst="rect">
            <a:avLst/>
          </a:prstGeom>
        </p:spPr>
      </p:pic>
      <p:pic>
        <p:nvPicPr>
          <p:cNvPr id="10" name="Picture 10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27600" y="4222750"/>
            <a:ext cx="368300" cy="368300"/>
          </a:xfrm>
          <a:prstGeom prst="rect">
            <a:avLst/>
          </a:prstGeom>
        </p:spPr>
      </p:pic>
      <p:pic>
        <p:nvPicPr>
          <p:cNvPr id="11" name="Picture 11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927600" y="3092450"/>
            <a:ext cx="368300" cy="3683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13950" y="5257800"/>
            <a:ext cx="508000" cy="56515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033000" y="3041650"/>
            <a:ext cx="469900" cy="47625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007600" y="4197350"/>
            <a:ext cx="520700" cy="419100"/>
          </a:xfrm>
          <a:prstGeom prst="rect">
            <a:avLst/>
          </a:prstGeom>
        </p:spPr>
      </p:pic>
      <p:sp>
        <p:nvSpPr>
          <p:cNvPr id="15" name="TextBox 15"/>
          <p:cNvSpPr txBox="1"/>
          <p:nvPr/>
        </p:nvSpPr>
        <p:spPr>
          <a:xfrm>
            <a:off x="5867400" y="5289550"/>
            <a:ext cx="4013200" cy="50165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9400"/>
              </a:lnSpc>
            </a:pPr>
            <a:r>
              <a:rPr lang="ko-KR" altLang="en-US" sz="1400" b="1" dirty="0"/>
              <a:t>인식된 차량 정보를 기반으로 결제 시스템</a:t>
            </a:r>
            <a:r>
              <a:rPr lang="en-US" altLang="ko-KR" sz="1400" b="1" dirty="0"/>
              <a:t>(API)</a:t>
            </a:r>
            <a:r>
              <a:rPr lang="ko-KR" altLang="en-US" sz="1400" b="1" dirty="0"/>
              <a:t>을 연동</a:t>
            </a:r>
            <a:r>
              <a:rPr lang="en-US" altLang="ko-KR" sz="1400" b="1" dirty="0"/>
              <a:t>. </a:t>
            </a:r>
            <a:r>
              <a:rPr lang="ko-KR" altLang="en-US" sz="1400" b="1" dirty="0"/>
              <a:t>인식부터 결제까지 완전한 자동화 서비스 구축을 목표</a:t>
            </a:r>
            <a:endParaRPr lang="en-US" sz="1233" b="1" dirty="0">
              <a:solidFill>
                <a:srgbClr val="000000"/>
              </a:solidFill>
              <a:latin typeface="Pretendard Light"/>
            </a:endParaRPr>
          </a:p>
        </p:txBody>
      </p:sp>
      <p:sp>
        <p:nvSpPr>
          <p:cNvPr id="16" name="TextBox 16"/>
          <p:cNvSpPr txBox="1"/>
          <p:nvPr/>
        </p:nvSpPr>
        <p:spPr>
          <a:xfrm>
            <a:off x="1716088" y="5334635"/>
            <a:ext cx="2784475" cy="422275"/>
          </a:xfrm>
          <a:prstGeom prst="rect">
            <a:avLst/>
          </a:prstGeom>
        </p:spPr>
        <p:txBody>
          <a:bodyPr lIns="0" tIns="17357" rIns="0" bIns="17357" rtlCol="0" anchor="ctr"/>
          <a:lstStyle/>
          <a:p>
            <a:pPr algn="ctr">
              <a:lnSpc>
                <a:spcPct val="99600"/>
              </a:lnSpc>
            </a:pPr>
            <a:r>
              <a:rPr lang="en-US" altLang="ko-KR" sz="2000" b="1" dirty="0"/>
              <a:t>&lt; </a:t>
            </a:r>
            <a:r>
              <a:rPr lang="ko-KR" altLang="en-US" sz="2000" b="1" dirty="0"/>
              <a:t>결제 시스템 연동 </a:t>
            </a:r>
            <a:r>
              <a:rPr lang="en-US" altLang="ko-KR" sz="2000" b="1" dirty="0"/>
              <a:t>&gt; </a:t>
            </a:r>
            <a:endParaRPr lang="en-US" sz="2000" b="1" spc="-41" dirty="0">
              <a:solidFill>
                <a:srgbClr val="000000"/>
              </a:solidFill>
              <a:latin typeface="Gmarket Sans Medium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5867400" y="4159250"/>
            <a:ext cx="4013200" cy="50165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49400"/>
              </a:lnSpc>
            </a:pPr>
            <a:r>
              <a:rPr lang="en-US" altLang="ko-KR" sz="1400" b="1" dirty="0"/>
              <a:t>QR </a:t>
            </a:r>
            <a:r>
              <a:rPr lang="ko-KR" altLang="en-US" sz="1400" b="1" dirty="0"/>
              <a:t>인식 기능을 넘어</a:t>
            </a:r>
            <a:r>
              <a:rPr lang="en-US" altLang="ko-KR" sz="1400" b="1" dirty="0"/>
              <a:t>, </a:t>
            </a:r>
            <a:r>
              <a:rPr lang="ko-KR" altLang="en-US" sz="1400" b="1" dirty="0"/>
              <a:t>비전 기술로 </a:t>
            </a:r>
            <a:r>
              <a:rPr lang="ko-KR" altLang="en-US" sz="1400" b="1" dirty="0" err="1"/>
              <a:t>주유구</a:t>
            </a:r>
            <a:r>
              <a:rPr lang="ko-KR" altLang="en-US" sz="1400" b="1" dirty="0"/>
              <a:t> 및 주유건의 </a:t>
            </a:r>
            <a:r>
              <a:rPr lang="en-US" altLang="ko-KR" sz="1400" b="1" dirty="0"/>
              <a:t>3</a:t>
            </a:r>
            <a:r>
              <a:rPr lang="ko-KR" altLang="en-US" sz="1400" b="1" dirty="0"/>
              <a:t>차원 위치와 자세를 정밀하게 추정하는 기능으로 확장</a:t>
            </a:r>
            <a:endParaRPr lang="en-US" sz="1233" b="1" dirty="0">
              <a:solidFill>
                <a:srgbClr val="000000"/>
              </a:solidFill>
              <a:latin typeface="Pretendard Light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1524008" y="4168775"/>
            <a:ext cx="3122595" cy="463550"/>
          </a:xfrm>
          <a:prstGeom prst="rect">
            <a:avLst/>
          </a:prstGeom>
        </p:spPr>
        <p:txBody>
          <a:bodyPr lIns="0" tIns="17357" rIns="0" bIns="17357" rtlCol="0" anchor="ctr"/>
          <a:lstStyle/>
          <a:p>
            <a:pPr algn="ctr">
              <a:lnSpc>
                <a:spcPct val="99600"/>
              </a:lnSpc>
            </a:pPr>
            <a:r>
              <a:rPr lang="en-US" altLang="ko-KR" sz="2000" b="1" dirty="0"/>
              <a:t>&lt; </a:t>
            </a:r>
            <a:r>
              <a:rPr lang="ko-KR" altLang="en-US" sz="2000" b="1" dirty="0"/>
              <a:t>비전 인식기능 확대 </a:t>
            </a:r>
            <a:r>
              <a:rPr lang="en-US" altLang="ko-KR" sz="2000" b="1" dirty="0"/>
              <a:t>&gt; </a:t>
            </a:r>
            <a:endParaRPr lang="en-US" sz="2000" b="1" spc="-41" dirty="0">
              <a:solidFill>
                <a:srgbClr val="000000"/>
              </a:solidFill>
              <a:latin typeface="Gmarket Sans Medium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5867400" y="3022600"/>
            <a:ext cx="4013200" cy="501650"/>
          </a:xfrm>
          <a:prstGeom prst="rect">
            <a:avLst/>
          </a:prstGeom>
        </p:spPr>
        <p:txBody>
          <a:bodyPr rtlCol="0" anchor="ctr"/>
          <a:lstStyle/>
          <a:p>
            <a:pPr algn="ctr"/>
            <a:r>
              <a:rPr lang="ko-KR" altLang="en-US" sz="1400" b="1" dirty="0"/>
              <a:t>실제 환경과 유사한 데모 환경을 보강하여 </a:t>
            </a:r>
            <a:endParaRPr lang="en-US" altLang="ko-KR" sz="1400" b="1" dirty="0"/>
          </a:p>
          <a:p>
            <a:pPr algn="ctr"/>
            <a:r>
              <a:rPr lang="ko-KR" altLang="en-US" sz="1400" b="1" dirty="0"/>
              <a:t>인식 과정을 시각화</a:t>
            </a:r>
            <a:endParaRPr lang="en-US" sz="1233" b="1" dirty="0">
              <a:solidFill>
                <a:srgbClr val="000000"/>
              </a:solidFill>
              <a:latin typeface="Pretendard Light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813719" y="3152775"/>
            <a:ext cx="2543175" cy="254000"/>
          </a:xfrm>
          <a:prstGeom prst="rect">
            <a:avLst/>
          </a:prstGeom>
        </p:spPr>
        <p:txBody>
          <a:bodyPr lIns="0" tIns="17357" rIns="0" bIns="17357" rtlCol="0" anchor="ctr"/>
          <a:lstStyle/>
          <a:p>
            <a:pPr algn="ctr">
              <a:lnSpc>
                <a:spcPct val="99600"/>
              </a:lnSpc>
            </a:pPr>
            <a:r>
              <a:rPr lang="en-US" altLang="ko-KR" sz="2000" b="1" dirty="0"/>
              <a:t>&lt; </a:t>
            </a:r>
            <a:r>
              <a:rPr lang="ko-KR" altLang="en-US" sz="2000" b="1" dirty="0"/>
              <a:t>데모 환경 보완 </a:t>
            </a:r>
            <a:r>
              <a:rPr lang="en-US" altLang="ko-KR" sz="2000" b="1" dirty="0"/>
              <a:t>&gt;</a:t>
            </a:r>
            <a:endParaRPr lang="en-US" sz="2000" b="1" spc="-41" dirty="0">
              <a:solidFill>
                <a:srgbClr val="000000"/>
              </a:solidFill>
              <a:latin typeface="Gmarket Sans Medium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2228850" y="1441450"/>
            <a:ext cx="7740650" cy="685800"/>
          </a:xfrm>
          <a:prstGeom prst="rect">
            <a:avLst/>
          </a:prstGeom>
        </p:spPr>
        <p:txBody>
          <a:bodyPr lIns="0" tIns="49107" rIns="0" bIns="0" rtlCol="0" anchor="t"/>
          <a:lstStyle/>
          <a:p>
            <a:pPr algn="ctr">
              <a:lnSpc>
                <a:spcPct val="100000"/>
              </a:lnSpc>
              <a:buNone/>
            </a:pPr>
            <a:r>
              <a:rPr lang="ko-KR" altLang="en-US" sz="4000" b="1" spc="-1" dirty="0">
                <a:solidFill>
                  <a:srgbClr val="333F4F"/>
                </a:solidFill>
                <a:latin typeface="Noto Sans CJK KR"/>
              </a:rPr>
              <a:t>피드백 및 </a:t>
            </a:r>
            <a:r>
              <a:rPr lang="en-US" altLang="ko-KR" sz="4000" b="1" spc="-1" dirty="0">
                <a:solidFill>
                  <a:srgbClr val="333F4F"/>
                </a:solidFill>
                <a:latin typeface="Noto Sans CJK KR"/>
              </a:rPr>
              <a:t>(</a:t>
            </a:r>
            <a:r>
              <a:rPr lang="ko-KR" altLang="en-US" sz="4000" b="1" spc="-1" dirty="0">
                <a:solidFill>
                  <a:srgbClr val="333F4F"/>
                </a:solidFill>
                <a:latin typeface="Noto Sans CJK KR"/>
              </a:rPr>
              <a:t>보완 사항</a:t>
            </a:r>
            <a:r>
              <a:rPr lang="en-US" altLang="ko-KR" sz="4000" b="1" spc="-1" dirty="0">
                <a:solidFill>
                  <a:srgbClr val="333F4F"/>
                </a:solidFill>
                <a:latin typeface="Noto Sans CJK KR"/>
              </a:rPr>
              <a:t>)</a:t>
            </a:r>
            <a:endParaRPr lang="en-US" altLang="ko-KR" sz="4000" b="1" spc="-1" dirty="0">
              <a:latin typeface="Noto Sans CJK KR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5232400" y="679450"/>
            <a:ext cx="1733550" cy="260350"/>
          </a:xfrm>
          <a:prstGeom prst="rect">
            <a:avLst/>
          </a:prstGeom>
        </p:spPr>
        <p:txBody>
          <a:bodyPr rtlCol="0" anchor="ctr"/>
          <a:lstStyle/>
          <a:p>
            <a:pPr lvl="0" algn="ctr">
              <a:lnSpc>
                <a:spcPct val="132800"/>
              </a:lnSpc>
            </a:pPr>
            <a:r>
              <a:rPr lang="en" sz="1470" b="1">
                <a:solidFill>
                  <a:srgbClr val="474747"/>
                </a:solidFill>
                <a:latin typeface="Gmarket Sans Bold"/>
              </a:rPr>
              <a:t>Overview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4" name="그래픽 60"/>
          <p:cNvPicPr/>
          <p:nvPr/>
        </p:nvPicPr>
        <p:blipFill>
          <a:blip r:embed="rId2"/>
          <a:stretch/>
        </p:blipFill>
        <p:spPr>
          <a:xfrm>
            <a:off x="0" y="0"/>
            <a:ext cx="12191400" cy="6857280"/>
          </a:xfrm>
          <a:prstGeom prst="rect">
            <a:avLst/>
          </a:prstGeom>
          <a:ln w="0">
            <a:noFill/>
          </a:ln>
        </p:spPr>
      </p:pic>
      <p:pic>
        <p:nvPicPr>
          <p:cNvPr id="505" name="그래픽 55"/>
          <p:cNvPicPr/>
          <p:nvPr/>
        </p:nvPicPr>
        <p:blipFill>
          <a:blip r:embed="rId3"/>
          <a:srcRect r="2092" b="22186"/>
          <a:stretch/>
        </p:blipFill>
        <p:spPr>
          <a:xfrm rot="16200000">
            <a:off x="10645200" y="3135960"/>
            <a:ext cx="2550240" cy="541080"/>
          </a:xfrm>
          <a:prstGeom prst="rect">
            <a:avLst/>
          </a:prstGeom>
          <a:ln w="0">
            <a:noFill/>
          </a:ln>
        </p:spPr>
      </p:pic>
      <p:pic>
        <p:nvPicPr>
          <p:cNvPr id="506" name="그래픽 53"/>
          <p:cNvPicPr/>
          <p:nvPr/>
        </p:nvPicPr>
        <p:blipFill>
          <a:blip r:embed="rId4"/>
          <a:srcRect t="5757" r="51762"/>
          <a:stretch/>
        </p:blipFill>
        <p:spPr>
          <a:xfrm rot="10800000">
            <a:off x="720" y="5284800"/>
            <a:ext cx="1368720" cy="1573200"/>
          </a:xfrm>
          <a:prstGeom prst="rect">
            <a:avLst/>
          </a:prstGeom>
          <a:ln w="0">
            <a:noFill/>
          </a:ln>
        </p:spPr>
      </p:pic>
      <p:sp>
        <p:nvSpPr>
          <p:cNvPr id="507" name="사각형: 둥근 한쪽 모서리 38"/>
          <p:cNvSpPr/>
          <p:nvPr/>
        </p:nvSpPr>
        <p:spPr>
          <a:xfrm flipH="1" flipV="1">
            <a:off x="172800" y="69840"/>
            <a:ext cx="12017160" cy="1220400"/>
          </a:xfrm>
          <a:prstGeom prst="round1Rect">
            <a:avLst>
              <a:gd name="adj" fmla="val 23799"/>
            </a:avLst>
          </a:prstGeom>
          <a:solidFill>
            <a:schemeClr val="bg1">
              <a:lumMod val="95000"/>
              <a:alpha val="50000"/>
            </a:schemeClr>
          </a:solidFill>
          <a:ln w="10818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grpSp>
        <p:nvGrpSpPr>
          <p:cNvPr id="508" name="그룹 2"/>
          <p:cNvGrpSpPr/>
          <p:nvPr/>
        </p:nvGrpSpPr>
        <p:grpSpPr>
          <a:xfrm>
            <a:off x="376200" y="333360"/>
            <a:ext cx="5947560" cy="822960"/>
            <a:chOff x="376200" y="333360"/>
            <a:chExt cx="5947560" cy="822960"/>
          </a:xfrm>
        </p:grpSpPr>
        <p:sp>
          <p:nvSpPr>
            <p:cNvPr id="509" name="TextBox 26"/>
            <p:cNvSpPr/>
            <p:nvPr/>
          </p:nvSpPr>
          <p:spPr>
            <a:xfrm>
              <a:off x="1461600" y="366120"/>
              <a:ext cx="2251440" cy="27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1200" b="1" strike="noStrike" spc="-1">
                  <a:solidFill>
                    <a:srgbClr val="3378C8">
                      <a:alpha val="50000"/>
                    </a:srgbClr>
                  </a:solidFill>
                  <a:latin typeface="맑은 고딕"/>
                  <a:ea typeface="맑은 고딕"/>
                </a:rPr>
                <a:t>K-Digital Training</a:t>
              </a:r>
              <a:endParaRPr lang="en-US" sz="1200" b="0" strike="noStrike" spc="-1">
                <a:latin typeface="Noto Sans CJK KR"/>
              </a:endParaRPr>
            </a:p>
          </p:txBody>
        </p:sp>
        <p:sp>
          <p:nvSpPr>
            <p:cNvPr id="510" name="TextBox 10"/>
            <p:cNvSpPr/>
            <p:nvPr/>
          </p:nvSpPr>
          <p:spPr>
            <a:xfrm>
              <a:off x="1461600" y="585000"/>
              <a:ext cx="4862160" cy="516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ko-KR" sz="2800" b="1" strike="noStrike" spc="-1">
                  <a:solidFill>
                    <a:srgbClr val="404040"/>
                  </a:solidFill>
                  <a:latin typeface="맑은 고딕"/>
                  <a:ea typeface="맑은 고딕"/>
                </a:rPr>
                <a:t>자체 평가 의견</a:t>
              </a:r>
              <a:endParaRPr lang="en-US" sz="2800" b="0" strike="noStrike" spc="-1">
                <a:latin typeface="Noto Sans CJK KR"/>
              </a:endParaRPr>
            </a:p>
          </p:txBody>
        </p:sp>
        <p:sp>
          <p:nvSpPr>
            <p:cNvPr id="511" name="TextBox 12"/>
            <p:cNvSpPr/>
            <p:nvPr/>
          </p:nvSpPr>
          <p:spPr>
            <a:xfrm>
              <a:off x="376200" y="333360"/>
              <a:ext cx="1266120" cy="822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0" rIns="90000" bIns="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en-US" sz="5400" b="0" strike="noStrike" spc="-1">
                  <a:solidFill>
                    <a:srgbClr val="3378C8"/>
                  </a:solidFill>
                  <a:latin typeface="세방고딕 Bold"/>
                  <a:ea typeface="세방고딕 Bold"/>
                </a:rPr>
                <a:t>05</a:t>
              </a:r>
              <a:endParaRPr lang="en-US" sz="5400" b="0" strike="noStrike" spc="-1">
                <a:latin typeface="Noto Sans CJK KR"/>
              </a:endParaRPr>
            </a:p>
          </p:txBody>
        </p:sp>
      </p:grpSp>
      <p:pic>
        <p:nvPicPr>
          <p:cNvPr id="512" name="그림 34"/>
          <p:cNvPicPr/>
          <p:nvPr/>
        </p:nvPicPr>
        <p:blipFill>
          <a:blip r:embed="rId5">
            <a:alphaModFix amt="27000"/>
          </a:blip>
          <a:stretch/>
        </p:blipFill>
        <p:spPr>
          <a:xfrm flipH="1">
            <a:off x="720" y="2130840"/>
            <a:ext cx="12191400" cy="232920"/>
          </a:xfrm>
          <a:prstGeom prst="rect">
            <a:avLst/>
          </a:prstGeom>
          <a:ln w="0">
            <a:noFill/>
          </a:ln>
        </p:spPr>
      </p:pic>
      <p:grpSp>
        <p:nvGrpSpPr>
          <p:cNvPr id="513" name="그룹 4"/>
          <p:cNvGrpSpPr/>
          <p:nvPr/>
        </p:nvGrpSpPr>
        <p:grpSpPr>
          <a:xfrm>
            <a:off x="541800" y="1430280"/>
            <a:ext cx="11107800" cy="638280"/>
            <a:chOff x="541800" y="1430280"/>
            <a:chExt cx="11107800" cy="638280"/>
          </a:xfrm>
        </p:grpSpPr>
        <p:sp>
          <p:nvSpPr>
            <p:cNvPr id="514" name="TextBox 23"/>
            <p:cNvSpPr/>
            <p:nvPr/>
          </p:nvSpPr>
          <p:spPr>
            <a:xfrm>
              <a:off x="743760" y="1430280"/>
              <a:ext cx="10905840" cy="638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>
                <a:lnSpc>
                  <a:spcPct val="100000"/>
                </a:lnSpc>
                <a:buNone/>
              </a:pPr>
              <a:r>
                <a:rPr lang="ko-KR" sz="1800" b="0" strike="noStrike" spc="-1">
                  <a:solidFill>
                    <a:srgbClr val="404040"/>
                  </a:solidFill>
                  <a:latin typeface="Noto Sans CJK KR"/>
                  <a:ea typeface="DejaVu Sans"/>
                </a:rPr>
                <a:t>프로젝트 결과물에 대한 프로젝트 </a:t>
              </a:r>
              <a:r>
                <a:rPr lang="ko-KR" sz="1800" b="1" strike="noStrike" spc="-1">
                  <a:solidFill>
                    <a:srgbClr val="404040"/>
                  </a:solidFill>
                  <a:latin typeface="Noto Sans CJK KR"/>
                  <a:ea typeface="DejaVu Sans"/>
                </a:rPr>
                <a:t>기획 의도와의 부합 정도 </a:t>
              </a:r>
              <a:r>
                <a:rPr lang="ko-KR" sz="1800" b="0" strike="noStrike" spc="-1">
                  <a:solidFill>
                    <a:srgbClr val="404040"/>
                  </a:solidFill>
                  <a:latin typeface="Noto Sans CJK KR"/>
                  <a:ea typeface="DejaVu Sans"/>
                </a:rPr>
                <a:t>및 </a:t>
              </a:r>
              <a:r>
                <a:rPr lang="ko-KR" sz="1800" b="1" strike="noStrike" spc="-1">
                  <a:solidFill>
                    <a:srgbClr val="404040"/>
                  </a:solidFill>
                  <a:latin typeface="Noto Sans CJK KR"/>
                  <a:ea typeface="DejaVu Sans"/>
                </a:rPr>
                <a:t>실무 활용 가능 정도</a:t>
              </a:r>
              <a:r>
                <a:rPr lang="en-US" sz="1800" b="0" strike="noStrike" spc="-1">
                  <a:solidFill>
                    <a:srgbClr val="404040"/>
                  </a:solidFill>
                  <a:latin typeface="Noto Sans CJK KR"/>
                  <a:ea typeface="DejaVu Sans"/>
                </a:rPr>
                <a:t>, </a:t>
              </a:r>
              <a:r>
                <a:rPr lang="ko-KR" sz="1800" b="1" strike="noStrike" spc="-1">
                  <a:solidFill>
                    <a:srgbClr val="404040"/>
                  </a:solidFill>
                  <a:latin typeface="Noto Sans CJK KR"/>
                  <a:ea typeface="DejaVu Sans"/>
                </a:rPr>
                <a:t>달성도</a:t>
              </a:r>
              <a:r>
                <a:rPr lang="en-US" sz="1800" b="0" strike="noStrike" spc="-1">
                  <a:solidFill>
                    <a:srgbClr val="404040"/>
                  </a:solidFill>
                  <a:latin typeface="Noto Sans CJK KR"/>
                  <a:ea typeface="DejaVu Sans"/>
                </a:rPr>
                <a:t>, </a:t>
              </a:r>
              <a:r>
                <a:rPr lang="ko-KR" sz="1800" b="1" strike="noStrike" spc="-1">
                  <a:solidFill>
                    <a:srgbClr val="404040"/>
                  </a:solidFill>
                  <a:latin typeface="Noto Sans CJK KR"/>
                  <a:ea typeface="DejaVu Sans"/>
                </a:rPr>
                <a:t>완성도</a:t>
              </a:r>
              <a:r>
                <a:rPr lang="en-US" sz="1800" b="0" strike="noStrike" spc="-1">
                  <a:solidFill>
                    <a:srgbClr val="404040"/>
                  </a:solidFill>
                  <a:latin typeface="Noto Sans CJK KR"/>
                  <a:ea typeface="DejaVu Sans"/>
                </a:rPr>
                <a:t> 등</a:t>
              </a:r>
              <a:br>
                <a:rPr sz="1800"/>
              </a:br>
              <a:r>
                <a:rPr lang="ko-KR" sz="1800" b="1" strike="noStrike" spc="-1">
                  <a:solidFill>
                    <a:srgbClr val="3378C8"/>
                  </a:solidFill>
                  <a:latin typeface="Noto Sans CJK KR"/>
                  <a:ea typeface="DejaVu Sans"/>
                </a:rPr>
                <a:t>훈련생의 자체적인 평가 의견과 느낀</a:t>
              </a:r>
              <a:r>
                <a:rPr lang="en-US" sz="1800" b="0" strike="noStrike" spc="-1">
                  <a:solidFill>
                    <a:srgbClr val="3378C8"/>
                  </a:solidFill>
                  <a:latin typeface="Noto Sans CJK KR"/>
                  <a:ea typeface="DejaVu Sans"/>
                </a:rPr>
                <a:t> </a:t>
              </a:r>
              <a:r>
                <a:rPr lang="ko-KR" sz="1800" b="1" strike="noStrike" spc="-1">
                  <a:solidFill>
                    <a:srgbClr val="3378C8"/>
                  </a:solidFill>
                  <a:latin typeface="Noto Sans CJK KR"/>
                  <a:ea typeface="DejaVu Sans"/>
                </a:rPr>
                <a:t>점</a:t>
              </a:r>
              <a:r>
                <a:rPr lang="ko-KR" sz="1800" b="0" strike="noStrike" spc="-1">
                  <a:solidFill>
                    <a:srgbClr val="404040"/>
                  </a:solidFill>
                  <a:latin typeface="Noto Sans CJK KR"/>
                  <a:ea typeface="DejaVu Sans"/>
                </a:rPr>
                <a:t>을 작성한다</a:t>
              </a:r>
              <a:r>
                <a:rPr lang="en-US" sz="1800" b="0" strike="noStrike" spc="-1">
                  <a:solidFill>
                    <a:srgbClr val="404040"/>
                  </a:solidFill>
                  <a:latin typeface="Noto Sans CJK KR"/>
                  <a:ea typeface="DejaVu Sans"/>
                </a:rPr>
                <a:t>.</a:t>
              </a:r>
              <a:endParaRPr lang="en-US" sz="1800" b="0" strike="noStrike" spc="-1">
                <a:latin typeface="Noto Sans CJK KR"/>
              </a:endParaRPr>
            </a:p>
          </p:txBody>
        </p:sp>
        <p:sp>
          <p:nvSpPr>
            <p:cNvPr id="515" name="그래픽 43"/>
            <p:cNvSpPr/>
            <p:nvPr/>
          </p:nvSpPr>
          <p:spPr>
            <a:xfrm>
              <a:off x="541800" y="1539000"/>
              <a:ext cx="100440" cy="113040"/>
            </a:xfrm>
            <a:custGeom>
              <a:avLst/>
              <a:gdLst/>
              <a:ahLst/>
              <a:cxnLst/>
              <a:rect l="l" t="t" r="r" b="b"/>
              <a:pathLst>
                <a:path w="450214" h="506845">
                  <a:moveTo>
                    <a:pt x="428021" y="214932"/>
                  </a:moveTo>
                  <a:lnTo>
                    <a:pt x="66705" y="6045"/>
                  </a:lnTo>
                  <a:cubicBezTo>
                    <a:pt x="37072" y="-11108"/>
                    <a:pt x="0" y="10287"/>
                    <a:pt x="0" y="44511"/>
                  </a:cubicBezTo>
                  <a:lnTo>
                    <a:pt x="0" y="462326"/>
                  </a:lnTo>
                  <a:cubicBezTo>
                    <a:pt x="0" y="496550"/>
                    <a:pt x="37072" y="517945"/>
                    <a:pt x="66705" y="500812"/>
                  </a:cubicBezTo>
                  <a:lnTo>
                    <a:pt x="428021" y="291905"/>
                  </a:lnTo>
                  <a:cubicBezTo>
                    <a:pt x="457613" y="274793"/>
                    <a:pt x="457613" y="232064"/>
                    <a:pt x="428021" y="214932"/>
                  </a:cubicBezTo>
                  <a:close/>
                </a:path>
              </a:pathLst>
            </a:custGeom>
            <a:solidFill>
              <a:srgbClr val="3378C8"/>
            </a:solidFill>
            <a:ln w="2035">
              <a:noFill/>
            </a:ln>
            <a:effectLst>
              <a:outerShdw blurRad="50760" dist="38160" dir="5400000" algn="t" rotWithShape="0">
                <a:srgbClr val="3378C8">
                  <a:alpha val="40000"/>
                </a:srgbClr>
              </a:outerShdw>
            </a:effectLst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sp>
        <p:nvSpPr>
          <p:cNvPr id="516" name="TextBox 1"/>
          <p:cNvSpPr/>
          <p:nvPr/>
        </p:nvSpPr>
        <p:spPr>
          <a:xfrm>
            <a:off x="0" y="0"/>
            <a:ext cx="12191400" cy="113760"/>
          </a:xfrm>
          <a:prstGeom prst="rect">
            <a:avLst/>
          </a:prstGeom>
          <a:solidFill>
            <a:srgbClr val="FFD85C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517" name="TextBox 3"/>
          <p:cNvSpPr/>
          <p:nvPr/>
        </p:nvSpPr>
        <p:spPr>
          <a:xfrm>
            <a:off x="0" y="0"/>
            <a:ext cx="1335960" cy="113760"/>
          </a:xfrm>
          <a:prstGeom prst="rect">
            <a:avLst/>
          </a:prstGeom>
          <a:solidFill>
            <a:srgbClr val="3378C8"/>
          </a:soli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grpSp>
        <p:nvGrpSpPr>
          <p:cNvPr id="518" name="그룹 7"/>
          <p:cNvGrpSpPr/>
          <p:nvPr/>
        </p:nvGrpSpPr>
        <p:grpSpPr>
          <a:xfrm>
            <a:off x="541800" y="2407320"/>
            <a:ext cx="5363280" cy="1748520"/>
            <a:chOff x="541800" y="2407320"/>
            <a:chExt cx="5363280" cy="1748520"/>
          </a:xfrm>
        </p:grpSpPr>
        <p:sp>
          <p:nvSpPr>
            <p:cNvPr id="519" name="사각형: 둥근 모서리 11"/>
            <p:cNvSpPr/>
            <p:nvPr/>
          </p:nvSpPr>
          <p:spPr>
            <a:xfrm>
              <a:off x="541800" y="2408040"/>
              <a:ext cx="5363280" cy="174780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360" algn="ctr" rotWithShape="0">
                <a:srgbClr val="3378C8">
                  <a:alpha val="3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20" name="직사각형 19"/>
            <p:cNvSpPr/>
            <p:nvPr/>
          </p:nvSpPr>
          <p:spPr>
            <a:xfrm rot="5400000">
              <a:off x="3177720" y="234360"/>
              <a:ext cx="93240" cy="4439160"/>
            </a:xfrm>
            <a:prstGeom prst="rect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21" name="TextBox 39"/>
            <p:cNvSpPr/>
            <p:nvPr/>
          </p:nvSpPr>
          <p:spPr>
            <a:xfrm>
              <a:off x="758160" y="2544560"/>
              <a:ext cx="5051160" cy="1511524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>
                <a:lnSpc>
                  <a:spcPct val="120000"/>
                </a:lnSpc>
                <a:buNone/>
              </a:pPr>
              <a:r>
                <a:rPr lang="ko-KR" sz="1800" b="1" strike="noStrike" spc="-1" dirty="0">
                  <a:solidFill>
                    <a:srgbClr val="3378C8"/>
                  </a:solidFill>
                  <a:latin typeface="Noto Sans CJK KR"/>
                  <a:ea typeface="DejaVu Sans"/>
                </a:rPr>
                <a:t>프로젝트 결과물에 대한 완성도 평가</a:t>
              </a:r>
              <a:endParaRPr lang="en-US" altLang="ko-KR" sz="1800" b="1" strike="noStrike" spc="-1" dirty="0">
                <a:solidFill>
                  <a:srgbClr val="3378C8"/>
                </a:solidFill>
                <a:latin typeface="Noto Sans CJK KR"/>
                <a:ea typeface="DejaVu Sans"/>
              </a:endParaRPr>
            </a:p>
            <a:p>
              <a:pPr algn="ctr">
                <a:lnSpc>
                  <a:spcPct val="120000"/>
                </a:lnSpc>
                <a:buNone/>
              </a:pPr>
              <a:endParaRPr lang="en-US" sz="400" b="1" spc="-1" dirty="0">
                <a:solidFill>
                  <a:srgbClr val="3378C8"/>
                </a:solidFill>
                <a:latin typeface="Noto Sans CJK KR"/>
              </a:endParaRPr>
            </a:p>
            <a:p>
              <a:pPr algn="ctr">
                <a:lnSpc>
                  <a:spcPct val="120000"/>
                </a:lnSpc>
                <a:buNone/>
              </a:pPr>
              <a:r>
                <a:rPr lang="en-US" sz="1600" b="1" strike="noStrike" spc="-1" dirty="0">
                  <a:solidFill>
                    <a:srgbClr val="3378C8"/>
                  </a:solidFill>
                  <a:latin typeface="Noto Sans CJK KR"/>
                </a:rPr>
                <a:t>7/10</a:t>
              </a:r>
            </a:p>
            <a:p>
              <a:pPr algn="ctr">
                <a:lnSpc>
                  <a:spcPct val="120000"/>
                </a:lnSpc>
                <a:buNone/>
              </a:pPr>
              <a:endParaRPr lang="en-US" sz="800" b="1" spc="-1" dirty="0">
                <a:solidFill>
                  <a:srgbClr val="3378C8"/>
                </a:solidFill>
                <a:latin typeface="Noto Sans CJK KR"/>
              </a:endParaRPr>
            </a:p>
            <a:p>
              <a:pPr marL="285750" indent="-285750" algn="ctr">
                <a:lnSpc>
                  <a:spcPct val="120000"/>
                </a:lnSpc>
                <a:buFontTx/>
                <a:buChar char="-"/>
              </a:pPr>
              <a:r>
                <a:rPr lang="ko-KR" altLang="en-US" sz="1600" b="1" strike="noStrike" spc="-1" dirty="0">
                  <a:solidFill>
                    <a:srgbClr val="3378C8"/>
                  </a:solidFill>
                  <a:latin typeface="Noto Sans CJK KR"/>
                </a:rPr>
                <a:t>성공적인 자동차와 로봇의 제어</a:t>
              </a:r>
              <a:endParaRPr lang="en-US" altLang="ko-KR" sz="1600" spc="-1" dirty="0">
                <a:solidFill>
                  <a:srgbClr val="3378C8"/>
                </a:solidFill>
                <a:latin typeface="Noto Sans CJK KR"/>
              </a:endParaRPr>
            </a:p>
            <a:p>
              <a:pPr marL="285750" indent="-285750" algn="ctr">
                <a:lnSpc>
                  <a:spcPct val="120000"/>
                </a:lnSpc>
                <a:buFontTx/>
                <a:buChar char="-"/>
              </a:pPr>
              <a:r>
                <a:rPr lang="ko-KR" altLang="en-US" sz="1600" b="1" strike="noStrike" spc="-1" dirty="0">
                  <a:solidFill>
                    <a:srgbClr val="3378C8"/>
                  </a:solidFill>
                  <a:latin typeface="Noto Sans CJK KR"/>
                </a:rPr>
                <a:t>심미적인 시뮬레이션 환경 조성</a:t>
              </a:r>
              <a:endParaRPr lang="en-US" altLang="ko-KR" sz="1600" b="1" strike="noStrike" spc="-1" dirty="0">
                <a:solidFill>
                  <a:srgbClr val="3378C8"/>
                </a:solidFill>
                <a:latin typeface="Noto Sans CJK KR"/>
              </a:endParaRPr>
            </a:p>
          </p:txBody>
        </p:sp>
      </p:grpSp>
      <p:grpSp>
        <p:nvGrpSpPr>
          <p:cNvPr id="522" name="그룹 9"/>
          <p:cNvGrpSpPr/>
          <p:nvPr/>
        </p:nvGrpSpPr>
        <p:grpSpPr>
          <a:xfrm>
            <a:off x="541800" y="4490280"/>
            <a:ext cx="5363280" cy="1748520"/>
            <a:chOff x="541800" y="4490280"/>
            <a:chExt cx="5363280" cy="1748520"/>
          </a:xfrm>
        </p:grpSpPr>
        <p:sp>
          <p:nvSpPr>
            <p:cNvPr id="523" name="사각형: 둥근 모서리 14"/>
            <p:cNvSpPr/>
            <p:nvPr/>
          </p:nvSpPr>
          <p:spPr>
            <a:xfrm>
              <a:off x="541800" y="4491000"/>
              <a:ext cx="5363280" cy="174780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360" algn="ctr" rotWithShape="0">
                <a:srgbClr val="FFD85C">
                  <a:alpha val="5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24" name="직사각형 43"/>
            <p:cNvSpPr/>
            <p:nvPr/>
          </p:nvSpPr>
          <p:spPr>
            <a:xfrm rot="5400000">
              <a:off x="3177720" y="2317320"/>
              <a:ext cx="93240" cy="4439160"/>
            </a:xfrm>
            <a:prstGeom prst="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25" name="TextBox 49"/>
            <p:cNvSpPr/>
            <p:nvPr/>
          </p:nvSpPr>
          <p:spPr>
            <a:xfrm>
              <a:off x="912240" y="4600020"/>
              <a:ext cx="4622040" cy="1564487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>
                <a:lnSpc>
                  <a:spcPct val="120000"/>
                </a:lnSpc>
                <a:buNone/>
              </a:pPr>
              <a:r>
                <a:rPr lang="ko-KR" sz="1800" b="1" strike="noStrike" spc="-1" dirty="0">
                  <a:solidFill>
                    <a:srgbClr val="FFC000"/>
                  </a:solidFill>
                  <a:latin typeface="Noto Sans CJK KR"/>
                  <a:ea typeface="DejaVu Sans"/>
                </a:rPr>
                <a:t>개선점</a:t>
              </a:r>
              <a:r>
                <a:rPr lang="en-US" altLang="ko-KR" sz="1800" b="1" strike="noStrike" spc="-1" dirty="0">
                  <a:solidFill>
                    <a:srgbClr val="FFC000"/>
                  </a:solidFill>
                  <a:latin typeface="Noto Sans CJK KR"/>
                  <a:ea typeface="DejaVu Sans"/>
                </a:rPr>
                <a:t> </a:t>
              </a:r>
              <a:r>
                <a:rPr lang="ko-KR" altLang="en-US" sz="1800" b="1" strike="noStrike" spc="-1" dirty="0">
                  <a:solidFill>
                    <a:srgbClr val="FFC000"/>
                  </a:solidFill>
                  <a:latin typeface="Noto Sans CJK KR"/>
                  <a:ea typeface="DejaVu Sans"/>
                </a:rPr>
                <a:t>또는</a:t>
              </a:r>
              <a:r>
                <a:rPr lang="ko-KR" sz="1800" b="1" strike="noStrike" spc="-1" dirty="0">
                  <a:solidFill>
                    <a:srgbClr val="FFC000"/>
                  </a:solidFill>
                  <a:latin typeface="Noto Sans CJK KR"/>
                  <a:ea typeface="DejaVu Sans"/>
                </a:rPr>
                <a:t> 보완할 점</a:t>
              </a:r>
              <a:endParaRPr lang="en-US" altLang="ko-KR" sz="1800" b="1" strike="noStrike" spc="-1" dirty="0">
                <a:solidFill>
                  <a:srgbClr val="FFC000"/>
                </a:solidFill>
                <a:latin typeface="Noto Sans CJK KR"/>
                <a:ea typeface="DejaVu Sans"/>
              </a:endParaRPr>
            </a:p>
            <a:p>
              <a:pPr algn="ctr">
                <a:lnSpc>
                  <a:spcPct val="120000"/>
                </a:lnSpc>
                <a:buNone/>
              </a:pPr>
              <a:endParaRPr lang="en-US" sz="900" b="1" spc="-1" dirty="0">
                <a:solidFill>
                  <a:srgbClr val="FFC000"/>
                </a:solidFill>
                <a:latin typeface="Noto Sans CJK KR"/>
              </a:endParaRPr>
            </a:p>
            <a:p>
              <a:pPr marL="285750" indent="-285750" algn="ctr">
                <a:lnSpc>
                  <a:spcPct val="120000"/>
                </a:lnSpc>
                <a:buFontTx/>
                <a:buChar char="-"/>
              </a:pPr>
              <a:r>
                <a:rPr lang="ko-KR" altLang="en-US" b="1" spc="-1" dirty="0">
                  <a:solidFill>
                    <a:srgbClr val="FFC000"/>
                  </a:solidFill>
                  <a:latin typeface="Noto Sans CJK KR"/>
                </a:rPr>
                <a:t>비전 인식을 이용한 </a:t>
              </a:r>
              <a:r>
                <a:rPr lang="ko-KR" altLang="en-US" b="1" spc="-1" dirty="0" err="1">
                  <a:solidFill>
                    <a:srgbClr val="FFC000"/>
                  </a:solidFill>
                  <a:latin typeface="Noto Sans CJK KR"/>
                </a:rPr>
                <a:t>주유구</a:t>
              </a:r>
              <a:r>
                <a:rPr lang="ko-KR" altLang="en-US" b="1" spc="-1" dirty="0">
                  <a:solidFill>
                    <a:srgbClr val="FFC000"/>
                  </a:solidFill>
                  <a:latin typeface="Noto Sans CJK KR"/>
                </a:rPr>
                <a:t> 인식 구현</a:t>
              </a:r>
              <a:endParaRPr lang="en-US" altLang="ko-KR" b="1" spc="-1" dirty="0">
                <a:solidFill>
                  <a:srgbClr val="FFC000"/>
                </a:solidFill>
                <a:latin typeface="Noto Sans CJK KR"/>
              </a:endParaRPr>
            </a:p>
            <a:p>
              <a:pPr marL="285750" indent="-285750" algn="ctr">
                <a:lnSpc>
                  <a:spcPct val="120000"/>
                </a:lnSpc>
                <a:buFontTx/>
                <a:buChar char="-"/>
              </a:pPr>
              <a:r>
                <a:rPr lang="ko-KR" altLang="en-US" b="1" spc="-1" dirty="0">
                  <a:solidFill>
                    <a:srgbClr val="FFC000"/>
                  </a:solidFill>
                  <a:latin typeface="Noto Sans CJK KR"/>
                </a:rPr>
                <a:t>주유 과정에 대한 현실적인 시뮬레이션</a:t>
              </a:r>
              <a:endParaRPr lang="en-US" altLang="ko-KR" b="1" spc="-1" dirty="0">
                <a:solidFill>
                  <a:srgbClr val="FFC000"/>
                </a:solidFill>
                <a:latin typeface="Noto Sans CJK KR"/>
              </a:endParaRPr>
            </a:p>
            <a:p>
              <a:pPr marL="285750" indent="-285750" algn="ctr">
                <a:lnSpc>
                  <a:spcPct val="120000"/>
                </a:lnSpc>
                <a:buFontTx/>
                <a:buChar char="-"/>
              </a:pPr>
              <a:r>
                <a:rPr lang="en-US" altLang="ko-KR" b="1" spc="-1" dirty="0">
                  <a:solidFill>
                    <a:srgbClr val="FFC000"/>
                  </a:solidFill>
                  <a:latin typeface="Noto Sans CJK KR"/>
                </a:rPr>
                <a:t>QR </a:t>
              </a:r>
              <a:r>
                <a:rPr lang="ko-KR" altLang="en-US" b="1" spc="-1" dirty="0">
                  <a:solidFill>
                    <a:srgbClr val="FFC000"/>
                  </a:solidFill>
                  <a:latin typeface="Noto Sans CJK KR"/>
                </a:rPr>
                <a:t>인식 이후 결제 시스템 구현</a:t>
              </a:r>
              <a:endParaRPr lang="en-US" altLang="ko-KR" b="1" spc="-1" dirty="0">
                <a:solidFill>
                  <a:srgbClr val="FFC000"/>
                </a:solidFill>
                <a:latin typeface="Noto Sans CJK KR"/>
              </a:endParaRPr>
            </a:p>
          </p:txBody>
        </p:sp>
      </p:grpSp>
      <p:grpSp>
        <p:nvGrpSpPr>
          <p:cNvPr id="526" name="그룹 15"/>
          <p:cNvGrpSpPr/>
          <p:nvPr/>
        </p:nvGrpSpPr>
        <p:grpSpPr>
          <a:xfrm>
            <a:off x="6396120" y="4490280"/>
            <a:ext cx="5363280" cy="1748520"/>
            <a:chOff x="6396120" y="4490280"/>
            <a:chExt cx="5363280" cy="1748520"/>
          </a:xfrm>
        </p:grpSpPr>
        <p:sp>
          <p:nvSpPr>
            <p:cNvPr id="527" name="사각형: 둥근 모서리 16"/>
            <p:cNvSpPr/>
            <p:nvPr/>
          </p:nvSpPr>
          <p:spPr>
            <a:xfrm>
              <a:off x="6396120" y="4491000"/>
              <a:ext cx="5363280" cy="174780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360" algn="ctr" rotWithShape="0">
                <a:srgbClr val="3378C8">
                  <a:alpha val="30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28" name="직사각형 45"/>
            <p:cNvSpPr/>
            <p:nvPr/>
          </p:nvSpPr>
          <p:spPr>
            <a:xfrm rot="5400000">
              <a:off x="9032040" y="2317320"/>
              <a:ext cx="93240" cy="4439160"/>
            </a:xfrm>
            <a:prstGeom prst="rect">
              <a:avLst/>
            </a:prstGeom>
            <a:solidFill>
              <a:srgbClr val="3378C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29" name="TextBox 50"/>
            <p:cNvSpPr/>
            <p:nvPr/>
          </p:nvSpPr>
          <p:spPr>
            <a:xfrm>
              <a:off x="6747120" y="4625420"/>
              <a:ext cx="4622040" cy="1361804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>
                <a:lnSpc>
                  <a:spcPct val="120000"/>
                </a:lnSpc>
                <a:buNone/>
              </a:pPr>
              <a:r>
                <a:rPr lang="ko-KR" sz="1800" b="1" strike="noStrike" spc="-1" dirty="0">
                  <a:solidFill>
                    <a:srgbClr val="3378C8"/>
                  </a:solidFill>
                  <a:latin typeface="Noto Sans CJK KR"/>
                  <a:ea typeface="DejaVu Sans"/>
                </a:rPr>
                <a:t>느낀 점이나 경험한 성과</a:t>
              </a:r>
              <a:endParaRPr lang="en-US" altLang="ko-KR" sz="1800" b="1" strike="noStrike" spc="-1" dirty="0">
                <a:solidFill>
                  <a:srgbClr val="3378C8"/>
                </a:solidFill>
                <a:latin typeface="Noto Sans CJK KR"/>
                <a:ea typeface="DejaVu Sans"/>
              </a:endParaRPr>
            </a:p>
            <a:p>
              <a:pPr algn="ctr">
                <a:lnSpc>
                  <a:spcPct val="120000"/>
                </a:lnSpc>
                <a:buNone/>
              </a:pPr>
              <a:endParaRPr lang="en-US" sz="400" b="1" spc="-1" dirty="0">
                <a:solidFill>
                  <a:srgbClr val="3378C8"/>
                </a:solidFill>
                <a:latin typeface="Noto Sans CJK KR"/>
              </a:endParaRPr>
            </a:p>
            <a:p>
              <a:pPr marL="285750" indent="-285750" algn="ctr">
                <a:lnSpc>
                  <a:spcPct val="120000"/>
                </a:lnSpc>
                <a:buFontTx/>
                <a:buChar char="-"/>
              </a:pPr>
              <a:r>
                <a:rPr lang="ko-KR" altLang="en-US" sz="1600" b="1" strike="noStrike" spc="-1" dirty="0">
                  <a:solidFill>
                    <a:srgbClr val="3378C8"/>
                  </a:solidFill>
                  <a:latin typeface="Noto Sans CJK KR"/>
                </a:rPr>
                <a:t>고난이도의 섬세한 로봇 </a:t>
              </a:r>
              <a:r>
                <a:rPr lang="ko-KR" altLang="en-US" sz="1600" b="1" spc="-1" dirty="0">
                  <a:solidFill>
                    <a:srgbClr val="3378C8"/>
                  </a:solidFill>
                  <a:latin typeface="Noto Sans CJK KR"/>
                </a:rPr>
                <a:t>제어를 직접 구현했다</a:t>
              </a:r>
              <a:endParaRPr lang="en-US" altLang="ko-KR" sz="1600" b="1" spc="-1" dirty="0">
                <a:solidFill>
                  <a:srgbClr val="3378C8"/>
                </a:solidFill>
                <a:latin typeface="Noto Sans CJK KR"/>
              </a:endParaRPr>
            </a:p>
            <a:p>
              <a:pPr marL="285750" indent="-285750" algn="ctr">
                <a:lnSpc>
                  <a:spcPct val="120000"/>
                </a:lnSpc>
                <a:buFontTx/>
                <a:buChar char="-"/>
              </a:pPr>
              <a:r>
                <a:rPr lang="ko-KR" altLang="en-US" sz="1600" b="1" spc="-1" dirty="0">
                  <a:solidFill>
                    <a:srgbClr val="3378C8"/>
                  </a:solidFill>
                  <a:latin typeface="Noto Sans CJK KR"/>
                </a:rPr>
                <a:t>프로젝트 진행 중에도 유연한 목표 수정이 필요하다</a:t>
              </a:r>
              <a:endParaRPr lang="en-US" altLang="ko-KR" sz="1600" b="1" spc="-1" dirty="0">
                <a:solidFill>
                  <a:srgbClr val="3378C8"/>
                </a:solidFill>
                <a:latin typeface="Noto Sans CJK KR"/>
              </a:endParaRPr>
            </a:p>
          </p:txBody>
        </p:sp>
      </p:grpSp>
      <p:grpSp>
        <p:nvGrpSpPr>
          <p:cNvPr id="530" name="그룹 8"/>
          <p:cNvGrpSpPr/>
          <p:nvPr/>
        </p:nvGrpSpPr>
        <p:grpSpPr>
          <a:xfrm>
            <a:off x="6396120" y="2407320"/>
            <a:ext cx="5363280" cy="1748520"/>
            <a:chOff x="6396120" y="2407320"/>
            <a:chExt cx="5363280" cy="1748520"/>
          </a:xfrm>
        </p:grpSpPr>
        <p:sp>
          <p:nvSpPr>
            <p:cNvPr id="531" name="사각형: 둥근 모서리 13"/>
            <p:cNvSpPr/>
            <p:nvPr/>
          </p:nvSpPr>
          <p:spPr>
            <a:xfrm>
              <a:off x="6396120" y="2408040"/>
              <a:ext cx="5363280" cy="1747800"/>
            </a:xfrm>
            <a:prstGeom prst="roundRect">
              <a:avLst>
                <a:gd name="adj" fmla="val 6897"/>
              </a:avLst>
            </a:prstGeom>
            <a:solidFill>
              <a:schemeClr val="bg1">
                <a:alpha val="85000"/>
              </a:schemeClr>
            </a:solidFill>
            <a:ln>
              <a:noFill/>
            </a:ln>
            <a:effectLst>
              <a:outerShdw blurRad="63360" algn="ctr" rotWithShape="0">
                <a:srgbClr val="FFD85C">
                  <a:alpha val="55000"/>
                </a:srgb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/>
            <a:lstStyle/>
            <a:p>
              <a:endParaRPr lang="ko-KR" altLang="en-US" dirty="0"/>
            </a:p>
          </p:txBody>
        </p:sp>
        <p:sp>
          <p:nvSpPr>
            <p:cNvPr id="532" name="직사각형 42"/>
            <p:cNvSpPr/>
            <p:nvPr/>
          </p:nvSpPr>
          <p:spPr>
            <a:xfrm rot="5400000">
              <a:off x="9032040" y="234360"/>
              <a:ext cx="93240" cy="4439160"/>
            </a:xfrm>
            <a:prstGeom prst="rect">
              <a:avLst/>
            </a:prstGeom>
            <a:solidFill>
              <a:srgbClr val="FFD85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  <p:sp>
          <p:nvSpPr>
            <p:cNvPr id="533" name="TextBox 46"/>
            <p:cNvSpPr/>
            <p:nvPr/>
          </p:nvSpPr>
          <p:spPr>
            <a:xfrm>
              <a:off x="6636240" y="2569960"/>
              <a:ext cx="4995000" cy="391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lIns="90000" tIns="45000" rIns="90000" bIns="45000" anchor="t">
              <a:spAutoFit/>
            </a:bodyPr>
            <a:lstStyle/>
            <a:p>
              <a:pPr algn="ctr">
                <a:lnSpc>
                  <a:spcPct val="110000"/>
                </a:lnSpc>
                <a:buNone/>
              </a:pPr>
              <a:r>
                <a:rPr lang="ko-KR" sz="1800" b="1" strike="noStrike" spc="-1" dirty="0">
                  <a:solidFill>
                    <a:schemeClr val="accent1"/>
                  </a:solidFill>
                  <a:latin typeface="Noto Sans CJK KR"/>
                  <a:ea typeface="DejaVu Sans"/>
                </a:rPr>
                <a:t>잘한 부분</a:t>
              </a:r>
              <a:r>
                <a:rPr lang="ko-KR" sz="1800" b="1" strike="noStrike" spc="-1" dirty="0">
                  <a:solidFill>
                    <a:srgbClr val="FFC000"/>
                  </a:solidFill>
                  <a:latin typeface="Noto Sans CJK KR"/>
                  <a:ea typeface="DejaVu Sans"/>
                </a:rPr>
                <a:t>과 </a:t>
              </a:r>
              <a:r>
                <a:rPr lang="ko-KR" sz="1800" b="1" strike="noStrike" spc="-1" dirty="0">
                  <a:solidFill>
                    <a:schemeClr val="accent2"/>
                  </a:solidFill>
                  <a:latin typeface="Noto Sans CJK KR"/>
                  <a:ea typeface="DejaVu Sans"/>
                </a:rPr>
                <a:t>아쉬운 점</a:t>
              </a:r>
              <a:endParaRPr lang="en-US" sz="1800" b="1" strike="noStrike" spc="-1" dirty="0">
                <a:solidFill>
                  <a:schemeClr val="accent2"/>
                </a:solidFill>
                <a:latin typeface="Noto Sans CJK KR"/>
              </a:endParaRPr>
            </a:p>
          </p:txBody>
        </p:sp>
        <p:sp>
          <p:nvSpPr>
            <p:cNvPr id="534" name="TextBox 48"/>
            <p:cNvSpPr/>
            <p:nvPr/>
          </p:nvSpPr>
          <p:spPr>
            <a:xfrm>
              <a:off x="6732800" y="2961780"/>
              <a:ext cx="4740000" cy="1075764"/>
            </a:xfrm>
            <a:prstGeom prst="rect">
              <a:avLst/>
            </a:prstGeom>
            <a:noFill/>
            <a:ln w="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wrap="square" lIns="90000" tIns="45000" rIns="90000" bIns="45000" anchor="t">
              <a:spAutoFit/>
            </a:bodyPr>
            <a:lstStyle/>
            <a:p>
              <a:pPr marL="171450" indent="-171450">
                <a:lnSpc>
                  <a:spcPct val="100000"/>
                </a:lnSpc>
                <a:buFontTx/>
                <a:buChar char="-"/>
              </a:pPr>
              <a:r>
                <a:rPr lang="ko-KR" altLang="en-US" sz="1600" b="1" strike="noStrike" spc="-1" dirty="0">
                  <a:solidFill>
                    <a:schemeClr val="accent1"/>
                  </a:solidFill>
                  <a:latin typeface="맑은 고딕"/>
                  <a:ea typeface="맑은 고딕"/>
                </a:rPr>
                <a:t>커스텀 </a:t>
              </a:r>
              <a:r>
                <a:rPr lang="en-US" altLang="ko-KR" sz="1600" b="1" strike="noStrike" spc="-1" dirty="0">
                  <a:solidFill>
                    <a:schemeClr val="accent1"/>
                  </a:solidFill>
                  <a:latin typeface="맑은 고딕"/>
                  <a:ea typeface="맑은 고딕"/>
                </a:rPr>
                <a:t>Asset </a:t>
              </a:r>
              <a:r>
                <a:rPr lang="ko-KR" altLang="en-US" sz="1600" b="1" spc="-1" dirty="0">
                  <a:solidFill>
                    <a:schemeClr val="accent1"/>
                  </a:solidFill>
                  <a:latin typeface="맑은 고딕"/>
                  <a:ea typeface="맑은 고딕"/>
                </a:rPr>
                <a:t>정의 </a:t>
              </a:r>
              <a:r>
                <a:rPr lang="en-US" altLang="ko-KR" sz="1600" b="1" spc="-1" dirty="0">
                  <a:solidFill>
                    <a:schemeClr val="accent1"/>
                  </a:solidFill>
                  <a:latin typeface="맑은 고딕"/>
                  <a:ea typeface="맑은 고딕"/>
                </a:rPr>
                <a:t>(Car)</a:t>
              </a:r>
            </a:p>
            <a:p>
              <a:pPr marL="171450" indent="-171450">
                <a:lnSpc>
                  <a:spcPct val="100000"/>
                </a:lnSpc>
                <a:buFontTx/>
                <a:buChar char="-"/>
              </a:pPr>
              <a:r>
                <a:rPr lang="ko-KR" altLang="en-US" sz="1600" b="1" spc="-1" dirty="0" err="1">
                  <a:solidFill>
                    <a:schemeClr val="accent1"/>
                  </a:solidFill>
                  <a:latin typeface="맑은 고딕"/>
                  <a:ea typeface="맑은 고딕"/>
                </a:rPr>
                <a:t>주유구</a:t>
              </a:r>
              <a:r>
                <a:rPr lang="ko-KR" altLang="en-US" sz="1600" b="1" spc="-1" dirty="0">
                  <a:solidFill>
                    <a:schemeClr val="accent1"/>
                  </a:solidFill>
                  <a:latin typeface="맑은 고딕"/>
                  <a:ea typeface="맑은 고딕"/>
                </a:rPr>
                <a:t> 삽입을 위한 로봇의 섬세한 제어</a:t>
              </a:r>
              <a:endParaRPr lang="en-US" altLang="ko-KR" sz="1600" b="1" spc="-1" dirty="0">
                <a:solidFill>
                  <a:schemeClr val="accent1"/>
                </a:solidFill>
                <a:latin typeface="맑은 고딕"/>
                <a:ea typeface="맑은 고딕"/>
              </a:endParaRPr>
            </a:p>
            <a:p>
              <a:pPr marL="171450" indent="-171450">
                <a:lnSpc>
                  <a:spcPct val="100000"/>
                </a:lnSpc>
                <a:buFontTx/>
                <a:buChar char="-"/>
              </a:pPr>
              <a:r>
                <a:rPr lang="ko-KR" altLang="en-US" sz="1600" b="1" spc="-1" dirty="0">
                  <a:solidFill>
                    <a:schemeClr val="accent2"/>
                  </a:solidFill>
                  <a:latin typeface="맑은 고딕"/>
                  <a:ea typeface="맑은 고딕"/>
                </a:rPr>
                <a:t>난이도를 고려한 유연한 목표 수정이 어려웠다</a:t>
              </a:r>
              <a:endParaRPr lang="en-US" altLang="ko-KR" sz="1600" b="1" spc="-1" dirty="0">
                <a:solidFill>
                  <a:schemeClr val="accent2"/>
                </a:solidFill>
                <a:latin typeface="맑은 고딕"/>
                <a:ea typeface="맑은 고딕"/>
              </a:endParaRPr>
            </a:p>
            <a:p>
              <a:pPr marL="171450" indent="-171450">
                <a:lnSpc>
                  <a:spcPct val="100000"/>
                </a:lnSpc>
                <a:buFontTx/>
                <a:buChar char="-"/>
              </a:pPr>
              <a:r>
                <a:rPr lang="ko-KR" altLang="en-US" sz="1600" b="1" strike="noStrike" spc="-1" dirty="0">
                  <a:solidFill>
                    <a:schemeClr val="accent2"/>
                  </a:solidFill>
                  <a:latin typeface="맑은 고딕"/>
                  <a:ea typeface="맑은 고딕"/>
                </a:rPr>
                <a:t>코드 통합에 대한 지속적인 피드백</a:t>
              </a:r>
              <a:endParaRPr lang="en-US" sz="1600" b="1" strike="noStrike" spc="-1" dirty="0">
                <a:solidFill>
                  <a:schemeClr val="accent2"/>
                </a:solidFill>
                <a:latin typeface="Noto Sans CJK KR"/>
              </a:endParaRPr>
            </a:p>
          </p:txBody>
        </p:sp>
      </p:grpSp>
      <p:pic>
        <p:nvPicPr>
          <p:cNvPr id="536" name="그래픽 57"/>
          <p:cNvPicPr/>
          <p:nvPr/>
        </p:nvPicPr>
        <p:blipFill>
          <a:blip r:embed="rId6"/>
          <a:stretch/>
        </p:blipFill>
        <p:spPr>
          <a:xfrm rot="1800000">
            <a:off x="377640" y="4326840"/>
            <a:ext cx="137520" cy="137520"/>
          </a:xfrm>
          <a:prstGeom prst="rect">
            <a:avLst/>
          </a:prstGeom>
          <a:ln w="0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2319</TotalTime>
  <Words>1115</Words>
  <Application>Microsoft Office PowerPoint</Application>
  <PresentationFormat>와이드스크린</PresentationFormat>
  <Paragraphs>281</Paragraphs>
  <Slides>16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16</vt:i4>
      </vt:variant>
    </vt:vector>
  </HeadingPairs>
  <TitlesOfParts>
    <vt:vector size="30" baseType="lpstr">
      <vt:lpstr>Gmarket Sans Bold</vt:lpstr>
      <vt:lpstr>Gmarket Sans Medium</vt:lpstr>
      <vt:lpstr>Noto Sans CJK KR</vt:lpstr>
      <vt:lpstr>Pretendard Light</vt:lpstr>
      <vt:lpstr>Urbanist</vt:lpstr>
      <vt:lpstr>맑은 고딕</vt:lpstr>
      <vt:lpstr>맑은 고딕 Semilight</vt:lpstr>
      <vt:lpstr>세방고딕 Bold</vt:lpstr>
      <vt:lpstr>스웨거 TTF</vt:lpstr>
      <vt:lpstr>에스코어 드림 3 Light</vt:lpstr>
      <vt:lpstr>Arial</vt:lpstr>
      <vt:lpstr>Symbol</vt:lpstr>
      <vt:lpstr>Wingdings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 </vt:lpstr>
      <vt:lpstr> 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김준영</dc:creator>
  <dc:description/>
  <cp:lastModifiedBy>예찬 정</cp:lastModifiedBy>
  <cp:revision>127</cp:revision>
  <dcterms:created xsi:type="dcterms:W3CDTF">2023-12-20T03:00:25Z</dcterms:created>
  <dcterms:modified xsi:type="dcterms:W3CDTF">2025-11-21T09:21:34Z</dcterms:modified>
  <dc:language>ko-KR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와이드스크린</vt:lpwstr>
  </property>
  <property fmtid="{D5CDD505-2E9C-101B-9397-08002B2CF9AE}" pid="3" name="Slides">
    <vt:i4>12</vt:i4>
  </property>
</Properties>
</file>